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media/image3.jpg" ContentType="image/jpeg"/>
  <Override PartName="/ppt/notesSlides/notesSlide6.xml" ContentType="application/vnd.openxmlformats-officedocument.presentationml.notesSlide+xml"/>
  <Override PartName="/ppt/notesSlides/notesSlide7.xml" ContentType="application/vnd.openxmlformats-officedocument.presentationml.notesSlide+xml"/>
  <Override PartName="/ppt/media/image5.jpg" ContentType="image/jpeg"/>
  <Override PartName="/ppt/media/image6.jpg" ContentType="image/jpeg"/>
  <Override PartName="/ppt/media/image8.jpg" ContentType="image/jpeg"/>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notesMasterIdLst>
    <p:notesMasterId r:id="rId17"/>
  </p:notesMasterIdLst>
  <p:sldIdLst>
    <p:sldId id="256" r:id="rId2"/>
    <p:sldId id="257" r:id="rId3"/>
    <p:sldId id="258" r:id="rId4"/>
    <p:sldId id="259" r:id="rId5"/>
    <p:sldId id="260" r:id="rId6"/>
    <p:sldId id="270" r:id="rId7"/>
    <p:sldId id="261" r:id="rId8"/>
    <p:sldId id="262" r:id="rId9"/>
    <p:sldId id="266" r:id="rId10"/>
    <p:sldId id="267" r:id="rId11"/>
    <p:sldId id="268" r:id="rId12"/>
    <p:sldId id="269" r:id="rId13"/>
    <p:sldId id="263" r:id="rId14"/>
    <p:sldId id="265" r:id="rId15"/>
    <p:sldId id="264" r:id="rId16"/>
  </p:sldIdLst>
  <p:sldSz cx="9144000" cy="6858000" type="screen4x3"/>
  <p:notesSz cx="6858000" cy="9144000"/>
  <p:kinsoku lang="zh-CN" invalStChars="!%),.:;?]}¨·ˇˉ་―‖’”…‰∶、。〃々〉》」』】〕〗！＂＇％），．：；？］｀｜｝～￠" invalEndChars="([{·‘“〈《「『【〔〖（．［｛￡￥"/>
  <p:defaultTextStyle>
    <a:defPPr>
      <a:defRPr lang="zh-CN"/>
    </a:defPPr>
    <a:lvl1pPr marL="0" indent="0" algn="l" defTabSz="914400" eaLnBrk="1" fontAlgn="auto" latinLnBrk="0" hangingPunct="1">
      <a:buNone/>
      <a:defRPr sz="1800" kern="1200">
        <a:solidFill>
          <a:schemeClr val="tx1"/>
        </a:solidFill>
        <a:latin typeface="Droid Sans" charset="0"/>
        <a:ea typeface="宋体" charset="0"/>
        <a:cs typeface="Droid Sans" charset="0"/>
      </a:defRPr>
    </a:lvl1pPr>
    <a:lvl2pPr marL="457200" indent="0" algn="l" defTabSz="914400" eaLnBrk="1" fontAlgn="auto" latinLnBrk="0" hangingPunct="1">
      <a:buNone/>
      <a:defRPr sz="1800" kern="1200">
        <a:solidFill>
          <a:schemeClr val="tx1"/>
        </a:solidFill>
        <a:latin typeface="Droid Sans" charset="0"/>
        <a:ea typeface="宋体" charset="0"/>
        <a:cs typeface="Droid Sans" charset="0"/>
      </a:defRPr>
    </a:lvl2pPr>
    <a:lvl3pPr marL="914400" indent="0" algn="l" defTabSz="914400" eaLnBrk="1" fontAlgn="auto" latinLnBrk="0" hangingPunct="1">
      <a:buNone/>
      <a:defRPr sz="1800" kern="1200">
        <a:solidFill>
          <a:schemeClr val="tx1"/>
        </a:solidFill>
        <a:latin typeface="Droid Sans" charset="0"/>
        <a:ea typeface="宋体" charset="0"/>
        <a:cs typeface="Droid Sans" charset="0"/>
      </a:defRPr>
    </a:lvl3pPr>
    <a:lvl4pPr marL="1371600" indent="0" algn="l" defTabSz="914400" eaLnBrk="1" fontAlgn="auto" latinLnBrk="0" hangingPunct="1">
      <a:buNone/>
      <a:defRPr sz="1800" kern="1200">
        <a:solidFill>
          <a:schemeClr val="tx1"/>
        </a:solidFill>
        <a:latin typeface="Droid Sans" charset="0"/>
        <a:ea typeface="宋体" charset="0"/>
        <a:cs typeface="Droid Sans" charset="0"/>
      </a:defRPr>
    </a:lvl4pPr>
    <a:lvl5pPr marL="1828800" indent="0" algn="l" defTabSz="914400" eaLnBrk="1" fontAlgn="auto" latinLnBrk="0" hangingPunct="1">
      <a:buNone/>
      <a:defRPr sz="1800" kern="1200">
        <a:solidFill>
          <a:schemeClr val="tx1"/>
        </a:solidFill>
        <a:latin typeface="Droid Sans" charset="0"/>
        <a:ea typeface="宋体" charset="0"/>
        <a:cs typeface="Droid Sans" charset="0"/>
      </a:defRPr>
    </a:lvl5pPr>
    <a:lvl6pPr marL="2286000" indent="0" algn="l" defTabSz="914400" eaLnBrk="1" fontAlgn="auto" latinLnBrk="0" hangingPunct="1">
      <a:buNone/>
      <a:defRPr sz="1800" kern="1200">
        <a:solidFill>
          <a:schemeClr val="tx1"/>
        </a:solidFill>
        <a:latin typeface="Droid Sans" charset="0"/>
        <a:ea typeface="宋体" charset="0"/>
        <a:cs typeface="Droid Sans" charset="0"/>
      </a:defRPr>
    </a:lvl6pPr>
    <a:lvl7pPr marL="2743200" indent="0" algn="l" defTabSz="914400" eaLnBrk="1" fontAlgn="auto" latinLnBrk="0" hangingPunct="1">
      <a:buNone/>
      <a:defRPr sz="1800" kern="1200">
        <a:solidFill>
          <a:schemeClr val="tx1"/>
        </a:solidFill>
        <a:latin typeface="Droid Sans" charset="0"/>
        <a:ea typeface="宋体" charset="0"/>
        <a:cs typeface="Droid Sans" charset="0"/>
      </a:defRPr>
    </a:lvl7pPr>
    <a:lvl8pPr marL="3200400" indent="0" algn="l" defTabSz="914400" eaLnBrk="1" fontAlgn="auto" latinLnBrk="0" hangingPunct="1">
      <a:buNone/>
      <a:defRPr sz="1800" kern="1200">
        <a:solidFill>
          <a:schemeClr val="tx1"/>
        </a:solidFill>
        <a:latin typeface="Droid Sans" charset="0"/>
        <a:ea typeface="宋体" charset="0"/>
        <a:cs typeface="Droid Sans" charset="0"/>
      </a:defRPr>
    </a:lvl8pPr>
    <a:lvl9pPr marL="3200400" indent="0" algn="l" defTabSz="914400" eaLnBrk="1" fontAlgn="auto" latinLnBrk="0" hangingPunct="1">
      <a:buNone/>
      <a:defRPr sz="1800" kern="1200">
        <a:solidFill>
          <a:schemeClr val="tx1"/>
        </a:solidFill>
        <a:latin typeface="Droid Sans" charset="0"/>
        <a:ea typeface="宋体" charset="0"/>
        <a:cs typeface="Droid Sans"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6" autoAdjust="0"/>
    <p:restoredTop sz="99500" autoAdjust="0"/>
  </p:normalViewPr>
  <p:slideViewPr>
    <p:cSldViewPr>
      <p:cViewPr varScale="1">
        <p:scale>
          <a:sx n="96" d="100"/>
          <a:sy n="96" d="100"/>
        </p:scale>
        <p:origin x="1051"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7" d="100"/>
          <a:sy n="57" d="100"/>
        </p:scale>
        <p:origin x="0" y="0"/>
      </p:cViewPr>
      <p:guideLst/>
    </p:cSldViewPr>
  </p:notesViewPr>
  <p:gridSpacing cx="72010" cy="7201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文本框"/>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a:t>
            </a:fld>
            <a:endParaRPr lang="zh-CN" altLang="en-US" sz="1200">
              <a:latin typeface="Calibri" charset="0"/>
              <a:ea typeface="宋体" charset="0"/>
              <a:cs typeface="Calibri" charset="0"/>
            </a:endParaRPr>
          </a:p>
        </p:txBody>
      </p:sp>
      <p:sp>
        <p:nvSpPr>
          <p:cNvPr id="14" name="文本框"/>
          <p:cNvSpPr>
            <a:spLocks noGrp="1"/>
          </p:cNvSpPr>
          <p:nvPr>
            <p:ph type="hdr"/>
          </p:nvPr>
        </p:nvSpPr>
        <p:spPr>
          <a:xfrm>
            <a:off x="0" y="0"/>
            <a:ext cx="2971799" cy="4572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algn="l"/>
            <a:endParaRPr lang="zh-CN" altLang="en-US" sz="1200">
              <a:latin typeface="Calibri" charset="0"/>
              <a:ea typeface="宋体" charset="0"/>
              <a:cs typeface="Calibri" charset="0"/>
            </a:endParaRPr>
          </a:p>
        </p:txBody>
      </p:sp>
      <p:sp>
        <p:nvSpPr>
          <p:cNvPr id="15" name="文本框"/>
          <p:cNvSpPr>
            <a:spLocks noGrp="1"/>
          </p:cNvSpPr>
          <p:nvPr>
            <p:ph type="dt" idx="1"/>
          </p:nvPr>
        </p:nvSpPr>
        <p:spPr>
          <a:xfrm>
            <a:off x="3884613" y="0"/>
            <a:ext cx="2971800" cy="4572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algn="r"/>
            <a:fld id="{CAD2D6BD-DE1B-4B5F-8B41-2702339687B9}" type="datetime1">
              <a:rPr lang="en-US" altLang="zh-CN" sz="1200">
                <a:latin typeface="Calibri" charset="0"/>
                <a:ea typeface="宋体" charset="0"/>
                <a:cs typeface="Calibri" charset="0"/>
              </a:rPr>
              <a:t>1/29/2025</a:t>
            </a:fld>
            <a:endParaRPr lang="zh-CN" altLang="en-US" sz="1200">
              <a:latin typeface="Calibri" charset="0"/>
              <a:ea typeface="宋体" charset="0"/>
              <a:cs typeface="Calibri" charset="0"/>
            </a:endParaRPr>
          </a:p>
        </p:txBody>
      </p:sp>
      <p:sp>
        <p:nvSpPr>
          <p:cNvPr id="16" name="对象"/>
          <p:cNvSpPr>
            <a:spLocks noGrp="1" noRot="1" noChangeAspect="1"/>
          </p:cNvSpPr>
          <p:nvPr>
            <p:ph type="sldImg" idx="2"/>
          </p:nvPr>
        </p:nvSpPr>
        <p:spPr>
          <a:xfrm>
            <a:off x="1143000" y="685800"/>
            <a:ext cx="4572000" cy="3429000"/>
          </a:xfrm>
          <a:prstGeom prst="rect">
            <a:avLst/>
          </a:prstGeom>
          <a:noFill/>
          <a:ln w="12700" cap="flat" cmpd="sng">
            <a:solidFill>
              <a:srgbClr val="000000"/>
            </a:solidFill>
            <a:prstDash val="solid"/>
            <a:round/>
          </a:ln>
        </p:spPr>
      </p:sp>
      <p:sp>
        <p:nvSpPr>
          <p:cNvPr id="17" name="文本框"/>
          <p:cNvSpPr>
            <a:spLocks noGrp="1"/>
          </p:cNvSpPr>
          <p:nvPr>
            <p:ph type="body" idx="3"/>
          </p:nvPr>
        </p:nvSpPr>
        <p:spPr>
          <a:xfrm>
            <a:off x="685800" y="4343400"/>
            <a:ext cx="5486400" cy="41148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18" name="文本框"/>
          <p:cNvSpPr>
            <a:spLocks noGrp="1"/>
          </p:cNvSpPr>
          <p:nvPr>
            <p:ph type="ftr" idx="4"/>
          </p:nvPr>
        </p:nvSpPr>
        <p:spPr>
          <a:xfrm>
            <a:off x="0" y="8685213"/>
            <a:ext cx="2971799" cy="4572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l"/>
            <a:endParaRPr lang="zh-CN" altLang="en-US" sz="1200">
              <a:latin typeface="Calibri" charset="0"/>
              <a:ea typeface="宋体" charset="0"/>
              <a:cs typeface="Calibri" charset="0"/>
            </a:endParaRPr>
          </a:p>
        </p:txBody>
      </p:sp>
    </p:spTree>
    <p:extLst>
      <p:ext uri="{BB962C8B-B14F-4D97-AF65-F5344CB8AC3E}">
        <p14:creationId xmlns:p14="http://schemas.microsoft.com/office/powerpoint/2010/main" val="1737770565"/>
      </p:ext>
    </p:extLst>
  </p:cSld>
  <p:clrMap bg1="lt1" tx1="dk1" bg2="lt2" tx2="dk2" accent1="accent1" accent2="accent2" accent3="accent3" accent4="accent4" accent5="accent5" accent6="accent6" hlink="hlink" folHlink="folHlink"/>
  <p:hf hdr="0" ftr="0" dt="0"/>
  <p:notesStyle>
    <a:lvl1pPr marL="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宋体" charset="0"/>
        <a:cs typeface="Calibri" charset="0"/>
      </a:defRPr>
    </a:lvl1pPr>
    <a:lvl2pPr marL="457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宋体" charset="0"/>
        <a:cs typeface="Calibri" charset="0"/>
      </a:defRPr>
    </a:lvl2pPr>
    <a:lvl3pPr marL="914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宋体" charset="0"/>
        <a:cs typeface="Calibri" charset="0"/>
      </a:defRPr>
    </a:lvl3pPr>
    <a:lvl4pPr marL="13716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宋体" charset="0"/>
        <a:cs typeface="Calibri" charset="0"/>
      </a:defRPr>
    </a:lvl4pPr>
    <a:lvl5pPr marL="18288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宋体" charset="0"/>
        <a:cs typeface="Calibri" charset="0"/>
      </a:defRPr>
    </a:lvl5pPr>
    <a:lvl6pPr marL="22860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宋体" charset="0"/>
        <a:cs typeface="Calibri" charset="0"/>
      </a:defRPr>
    </a:lvl6pPr>
    <a:lvl7pPr marL="2743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宋体" charset="0"/>
        <a:cs typeface="Calibri" charset="0"/>
      </a:defRPr>
    </a:lvl7pPr>
    <a:lvl8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宋体" charset="0"/>
        <a:cs typeface="Calibri" charset="0"/>
      </a:defRPr>
    </a:lvl8pPr>
    <a:lvl9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宋体" charset="0"/>
        <a:cs typeface="Calibri" charset="0"/>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文本框"/>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1</a:t>
            </a:fld>
            <a:endParaRPr lang="zh-CN" altLang="en-US" sz="1200">
              <a:latin typeface="Calibri" charset="0"/>
              <a:ea typeface="宋体" charset="0"/>
              <a:cs typeface="Calibri" charset="0"/>
            </a:endParaRPr>
          </a:p>
        </p:txBody>
      </p:sp>
      <p:sp>
        <p:nvSpPr>
          <p:cNvPr id="33" name="对象"/>
          <p:cNvSpPr>
            <a:spLocks noGrp="1" noRot="1" noChangeAspect="1"/>
          </p:cNvSpPr>
          <p:nvPr>
            <p:ph type="sldImg"/>
          </p:nvPr>
        </p:nvSpPr>
        <p:spPr>
          <a:xfrm>
            <a:off x="1143000" y="685800"/>
            <a:ext cx="4572000" cy="3429000"/>
          </a:xfrm>
          <a:prstGeom prst="rect">
            <a:avLst/>
          </a:prstGeom>
          <a:noFill/>
          <a:ln w="12700" cap="flat" cmpd="sng">
            <a:noFill/>
            <a:prstDash val="solid"/>
            <a:miter/>
          </a:ln>
        </p:spPr>
      </p:sp>
      <p:sp>
        <p:nvSpPr>
          <p:cNvPr id="34" name="文本框"/>
          <p:cNvSpPr>
            <a:spLocks noGrp="1"/>
          </p:cNvSpPr>
          <p:nvPr>
            <p:ph type="body" idx="1"/>
          </p:nvPr>
        </p:nvSpPr>
        <p:spPr>
          <a:xfrm>
            <a:off x="685800" y="4343400"/>
            <a:ext cx="5486400" cy="41148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14193781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文本框"/>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2</a:t>
            </a:fld>
            <a:endParaRPr lang="zh-CN" altLang="en-US" sz="1200">
              <a:latin typeface="Calibri" charset="0"/>
              <a:ea typeface="宋体" charset="0"/>
              <a:cs typeface="Calibri" charset="0"/>
            </a:endParaRPr>
          </a:p>
        </p:txBody>
      </p:sp>
      <p:sp>
        <p:nvSpPr>
          <p:cNvPr id="37" name="对象"/>
          <p:cNvSpPr>
            <a:spLocks noGrp="1" noRot="1" noChangeAspect="1"/>
          </p:cNvSpPr>
          <p:nvPr>
            <p:ph type="sldImg"/>
          </p:nvPr>
        </p:nvSpPr>
        <p:spPr>
          <a:xfrm>
            <a:off x="1143000" y="685800"/>
            <a:ext cx="4572000" cy="3429000"/>
          </a:xfrm>
          <a:prstGeom prst="rect">
            <a:avLst/>
          </a:prstGeom>
          <a:noFill/>
          <a:ln w="12700" cap="flat" cmpd="sng">
            <a:noFill/>
            <a:prstDash val="solid"/>
            <a:miter/>
          </a:ln>
        </p:spPr>
      </p:sp>
      <p:sp>
        <p:nvSpPr>
          <p:cNvPr id="38" name="文本框"/>
          <p:cNvSpPr>
            <a:spLocks noGrp="1"/>
          </p:cNvSpPr>
          <p:nvPr>
            <p:ph type="body" idx="1"/>
          </p:nvPr>
        </p:nvSpPr>
        <p:spPr>
          <a:xfrm>
            <a:off x="685800" y="4343400"/>
            <a:ext cx="5486400" cy="41148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5743670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文本框"/>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3</a:t>
            </a:fld>
            <a:endParaRPr lang="zh-CN" altLang="en-US" sz="1200">
              <a:latin typeface="Calibri" charset="0"/>
              <a:ea typeface="宋体" charset="0"/>
              <a:cs typeface="Calibri" charset="0"/>
            </a:endParaRPr>
          </a:p>
        </p:txBody>
      </p:sp>
      <p:sp>
        <p:nvSpPr>
          <p:cNvPr id="42" name="对象"/>
          <p:cNvSpPr>
            <a:spLocks noGrp="1" noRot="1" noChangeAspect="1"/>
          </p:cNvSpPr>
          <p:nvPr>
            <p:ph type="sldImg"/>
          </p:nvPr>
        </p:nvSpPr>
        <p:spPr>
          <a:xfrm>
            <a:off x="1143000" y="685800"/>
            <a:ext cx="4572000" cy="3429000"/>
          </a:xfrm>
          <a:prstGeom prst="rect">
            <a:avLst/>
          </a:prstGeom>
          <a:noFill/>
          <a:ln w="12700" cap="flat" cmpd="sng">
            <a:noFill/>
            <a:prstDash val="solid"/>
            <a:miter/>
          </a:ln>
        </p:spPr>
      </p:sp>
      <p:sp>
        <p:nvSpPr>
          <p:cNvPr id="43" name="文本框"/>
          <p:cNvSpPr>
            <a:spLocks noGrp="1"/>
          </p:cNvSpPr>
          <p:nvPr>
            <p:ph type="body" idx="1"/>
          </p:nvPr>
        </p:nvSpPr>
        <p:spPr>
          <a:xfrm>
            <a:off x="685800" y="4343400"/>
            <a:ext cx="5486400" cy="41148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18383783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文本框"/>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4</a:t>
            </a:fld>
            <a:endParaRPr lang="zh-CN" altLang="en-US" sz="1200">
              <a:latin typeface="Calibri" charset="0"/>
              <a:ea typeface="宋体" charset="0"/>
              <a:cs typeface="Calibri" charset="0"/>
            </a:endParaRPr>
          </a:p>
        </p:txBody>
      </p:sp>
      <p:sp>
        <p:nvSpPr>
          <p:cNvPr id="46" name="对象"/>
          <p:cNvSpPr>
            <a:spLocks noGrp="1" noRot="1" noChangeAspect="1"/>
          </p:cNvSpPr>
          <p:nvPr>
            <p:ph type="sldImg"/>
          </p:nvPr>
        </p:nvSpPr>
        <p:spPr>
          <a:xfrm>
            <a:off x="1143000" y="685800"/>
            <a:ext cx="4572000" cy="3429000"/>
          </a:xfrm>
          <a:prstGeom prst="rect">
            <a:avLst/>
          </a:prstGeom>
          <a:noFill/>
          <a:ln w="12700" cap="flat" cmpd="sng">
            <a:noFill/>
            <a:prstDash val="solid"/>
            <a:miter/>
          </a:ln>
        </p:spPr>
      </p:sp>
      <p:sp>
        <p:nvSpPr>
          <p:cNvPr id="47" name="文本框"/>
          <p:cNvSpPr>
            <a:spLocks noGrp="1"/>
          </p:cNvSpPr>
          <p:nvPr>
            <p:ph type="body" idx="1"/>
          </p:nvPr>
        </p:nvSpPr>
        <p:spPr>
          <a:xfrm>
            <a:off x="685800" y="4343400"/>
            <a:ext cx="5486400" cy="41148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491305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文本框"/>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5</a:t>
            </a:fld>
            <a:endParaRPr lang="zh-CN" altLang="en-US" sz="1200">
              <a:latin typeface="Calibri" charset="0"/>
              <a:ea typeface="宋体" charset="0"/>
              <a:cs typeface="Calibri" charset="0"/>
            </a:endParaRPr>
          </a:p>
        </p:txBody>
      </p:sp>
      <p:sp>
        <p:nvSpPr>
          <p:cNvPr id="50" name="对象"/>
          <p:cNvSpPr>
            <a:spLocks noGrp="1" noRot="1" noChangeAspect="1"/>
          </p:cNvSpPr>
          <p:nvPr>
            <p:ph type="sldImg"/>
          </p:nvPr>
        </p:nvSpPr>
        <p:spPr>
          <a:xfrm>
            <a:off x="1143000" y="685800"/>
            <a:ext cx="4572000" cy="3429000"/>
          </a:xfrm>
          <a:prstGeom prst="rect">
            <a:avLst/>
          </a:prstGeom>
          <a:noFill/>
          <a:ln w="12700" cap="flat" cmpd="sng">
            <a:noFill/>
            <a:prstDash val="solid"/>
            <a:miter/>
          </a:ln>
        </p:spPr>
      </p:sp>
      <p:sp>
        <p:nvSpPr>
          <p:cNvPr id="51" name="文本框"/>
          <p:cNvSpPr>
            <a:spLocks noGrp="1"/>
          </p:cNvSpPr>
          <p:nvPr>
            <p:ph type="body" idx="1"/>
          </p:nvPr>
        </p:nvSpPr>
        <p:spPr>
          <a:xfrm>
            <a:off x="685800" y="4343400"/>
            <a:ext cx="5486400" cy="41148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7233159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文本框"/>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7</a:t>
            </a:fld>
            <a:endParaRPr lang="zh-CN" altLang="en-US" sz="1200">
              <a:latin typeface="Calibri" charset="0"/>
              <a:ea typeface="宋体" charset="0"/>
              <a:cs typeface="Calibri" charset="0"/>
            </a:endParaRPr>
          </a:p>
        </p:txBody>
      </p:sp>
      <p:sp>
        <p:nvSpPr>
          <p:cNvPr id="55" name="对象"/>
          <p:cNvSpPr>
            <a:spLocks noGrp="1" noRot="1" noChangeAspect="1"/>
          </p:cNvSpPr>
          <p:nvPr>
            <p:ph type="sldImg"/>
          </p:nvPr>
        </p:nvSpPr>
        <p:spPr>
          <a:xfrm>
            <a:off x="1143000" y="685800"/>
            <a:ext cx="4572000" cy="3429000"/>
          </a:xfrm>
          <a:prstGeom prst="rect">
            <a:avLst/>
          </a:prstGeom>
          <a:noFill/>
          <a:ln w="12700" cap="flat" cmpd="sng">
            <a:noFill/>
            <a:prstDash val="solid"/>
            <a:miter/>
          </a:ln>
        </p:spPr>
      </p:sp>
      <p:sp>
        <p:nvSpPr>
          <p:cNvPr id="56" name="文本框"/>
          <p:cNvSpPr>
            <a:spLocks noGrp="1"/>
          </p:cNvSpPr>
          <p:nvPr>
            <p:ph type="body" idx="1"/>
          </p:nvPr>
        </p:nvSpPr>
        <p:spPr>
          <a:xfrm>
            <a:off x="685800" y="4343400"/>
            <a:ext cx="5486400" cy="41148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10204637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文本框"/>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8</a:t>
            </a:fld>
            <a:endParaRPr lang="zh-CN" altLang="en-US" sz="1200">
              <a:latin typeface="Calibri" charset="0"/>
              <a:ea typeface="宋体" charset="0"/>
              <a:cs typeface="Calibri" charset="0"/>
            </a:endParaRPr>
          </a:p>
        </p:txBody>
      </p:sp>
      <p:sp>
        <p:nvSpPr>
          <p:cNvPr id="59" name="对象"/>
          <p:cNvSpPr>
            <a:spLocks noGrp="1" noRot="1" noChangeAspect="1"/>
          </p:cNvSpPr>
          <p:nvPr>
            <p:ph type="sldImg"/>
          </p:nvPr>
        </p:nvSpPr>
        <p:spPr>
          <a:xfrm>
            <a:off x="1143000" y="685800"/>
            <a:ext cx="4572000" cy="3429000"/>
          </a:xfrm>
          <a:prstGeom prst="rect">
            <a:avLst/>
          </a:prstGeom>
          <a:noFill/>
          <a:ln w="12700" cap="flat" cmpd="sng">
            <a:noFill/>
            <a:prstDash val="solid"/>
            <a:miter/>
          </a:ln>
        </p:spPr>
      </p:sp>
      <p:sp>
        <p:nvSpPr>
          <p:cNvPr id="60" name="文本框"/>
          <p:cNvSpPr>
            <a:spLocks noGrp="1"/>
          </p:cNvSpPr>
          <p:nvPr>
            <p:ph type="body" idx="1"/>
          </p:nvPr>
        </p:nvSpPr>
        <p:spPr>
          <a:xfrm>
            <a:off x="685800" y="4343400"/>
            <a:ext cx="5486400" cy="41148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15022758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文本框"/>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13</a:t>
            </a:fld>
            <a:endParaRPr lang="zh-CN" altLang="en-US" sz="1200">
              <a:latin typeface="Calibri" charset="0"/>
              <a:ea typeface="宋体" charset="0"/>
              <a:cs typeface="Calibri" charset="0"/>
            </a:endParaRPr>
          </a:p>
        </p:txBody>
      </p:sp>
      <p:sp>
        <p:nvSpPr>
          <p:cNvPr id="63" name="对象"/>
          <p:cNvSpPr>
            <a:spLocks noGrp="1" noRot="1" noChangeAspect="1"/>
          </p:cNvSpPr>
          <p:nvPr>
            <p:ph type="sldImg"/>
          </p:nvPr>
        </p:nvSpPr>
        <p:spPr>
          <a:xfrm>
            <a:off x="1143000" y="685800"/>
            <a:ext cx="4572000" cy="3429000"/>
          </a:xfrm>
          <a:prstGeom prst="rect">
            <a:avLst/>
          </a:prstGeom>
          <a:noFill/>
          <a:ln w="12700" cap="flat" cmpd="sng">
            <a:noFill/>
            <a:prstDash val="solid"/>
            <a:miter/>
          </a:ln>
        </p:spPr>
      </p:sp>
      <p:sp>
        <p:nvSpPr>
          <p:cNvPr id="64" name="文本框"/>
          <p:cNvSpPr>
            <a:spLocks noGrp="1"/>
          </p:cNvSpPr>
          <p:nvPr>
            <p:ph type="body" idx="1"/>
          </p:nvPr>
        </p:nvSpPr>
        <p:spPr>
          <a:xfrm>
            <a:off x="685800" y="4343400"/>
            <a:ext cx="5486400" cy="41148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2023613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文本框"/>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15</a:t>
            </a:fld>
            <a:endParaRPr lang="zh-CN" altLang="en-US" sz="1200">
              <a:latin typeface="Calibri" charset="0"/>
              <a:ea typeface="宋体" charset="0"/>
              <a:cs typeface="Calibri" charset="0"/>
            </a:endParaRPr>
          </a:p>
        </p:txBody>
      </p:sp>
      <p:sp>
        <p:nvSpPr>
          <p:cNvPr id="66" name="对象"/>
          <p:cNvSpPr>
            <a:spLocks noGrp="1" noRot="1" noChangeAspect="1"/>
          </p:cNvSpPr>
          <p:nvPr>
            <p:ph type="sldImg"/>
          </p:nvPr>
        </p:nvSpPr>
        <p:spPr>
          <a:xfrm>
            <a:off x="1143000" y="685800"/>
            <a:ext cx="4572000" cy="3429000"/>
          </a:xfrm>
          <a:prstGeom prst="rect">
            <a:avLst/>
          </a:prstGeom>
          <a:noFill/>
          <a:ln w="12700" cap="flat" cmpd="sng">
            <a:noFill/>
            <a:prstDash val="solid"/>
            <a:miter/>
          </a:ln>
        </p:spPr>
      </p:sp>
      <p:sp>
        <p:nvSpPr>
          <p:cNvPr id="67" name="文本框"/>
          <p:cNvSpPr>
            <a:spLocks noGrp="1"/>
          </p:cNvSpPr>
          <p:nvPr>
            <p:ph type="body" idx="1"/>
          </p:nvPr>
        </p:nvSpPr>
        <p:spPr>
          <a:xfrm>
            <a:off x="685800" y="4343400"/>
            <a:ext cx="5486400" cy="41148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919713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文本框"/>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文本框"/>
          <p:cNvSpPr>
            <a:spLocks noGrp="1"/>
          </p:cNvSpPr>
          <p:nvPr>
            <p:ph type="subTitle" idx="1"/>
          </p:nvPr>
        </p:nvSpPr>
        <p:spPr>
          <a:xfrm>
            <a:off x="1371600" y="3886199"/>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文本框"/>
          <p:cNvSpPr>
            <a:spLocks noGrp="1"/>
          </p:cNvSpPr>
          <p:nvPr>
            <p:ph type="dt" sz="half" idx="10"/>
          </p:nvPr>
        </p:nvSpPr>
        <p:spPr/>
        <p:txBody>
          <a:bodyPr/>
          <a:lstStyle/>
          <a:p>
            <a:fld id="{72514870-5082-4025-BC8A-5E070B8EB77D}" type="datetimeFigureOut">
              <a:rPr lang="zh-CN" altLang="en-US" smtClean="0"/>
              <a:t>2025/1/29</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746389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p>
        </p:txBody>
      </p:sp>
      <p:sp>
        <p:nvSpPr>
          <p:cNvPr id="3" name="文本框"/>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框"/>
          <p:cNvSpPr>
            <a:spLocks noGrp="1"/>
          </p:cNvSpPr>
          <p:nvPr>
            <p:ph type="dt" sz="half" idx="10"/>
          </p:nvPr>
        </p:nvSpPr>
        <p:spPr/>
        <p:txBody>
          <a:bodyPr/>
          <a:lstStyle/>
          <a:p>
            <a:fld id="{72514870-5082-4025-BC8A-5E070B8EB77D}" type="datetimeFigureOut">
              <a:rPr lang="zh-CN" altLang="en-US" smtClean="0"/>
              <a:t>2025/1/29</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903891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文本框"/>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框"/>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文本框"/>
          <p:cNvSpPr>
            <a:spLocks noGrp="1"/>
          </p:cNvSpPr>
          <p:nvPr>
            <p:ph type="dt" sz="half" idx="10"/>
          </p:nvPr>
        </p:nvSpPr>
        <p:spPr/>
        <p:txBody>
          <a:bodyPr/>
          <a:lstStyle/>
          <a:p>
            <a:fld id="{72514870-5082-4025-BC8A-5E070B8EB77D}" type="datetimeFigureOut">
              <a:rPr lang="zh-CN" altLang="en-US" smtClean="0"/>
              <a:t>2025/1/29</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8823661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p>
        </p:txBody>
      </p:sp>
      <p:sp>
        <p:nvSpPr>
          <p:cNvPr id="3" name="文本框"/>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框"/>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框"/>
          <p:cNvSpPr>
            <a:spLocks noGrp="1"/>
          </p:cNvSpPr>
          <p:nvPr>
            <p:ph type="dt" sz="half" idx="10"/>
          </p:nvPr>
        </p:nvSpPr>
        <p:spPr/>
        <p:txBody>
          <a:bodyPr/>
          <a:lstStyle/>
          <a:p>
            <a:fld id="{72514870-5082-4025-BC8A-5E070B8EB77D}" type="datetimeFigureOut">
              <a:rPr lang="zh-CN" altLang="en-US" smtClean="0"/>
              <a:t>2025/1/29</a:t>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4812615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lvl1pPr>
              <a:defRPr/>
            </a:lvl1pPr>
          </a:lstStyle>
          <a:p>
            <a:r>
              <a:rPr lang="zh-CN" altLang="en-US"/>
              <a:t>单击此处编辑母版标题样式</a:t>
            </a:r>
          </a:p>
        </p:txBody>
      </p:sp>
      <p:sp>
        <p:nvSpPr>
          <p:cNvPr id="3" name="文本框"/>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文本框"/>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框"/>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文本框"/>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文本框"/>
          <p:cNvSpPr>
            <a:spLocks noGrp="1"/>
          </p:cNvSpPr>
          <p:nvPr>
            <p:ph type="dt" sz="half" idx="10"/>
          </p:nvPr>
        </p:nvSpPr>
        <p:spPr/>
        <p:txBody>
          <a:bodyPr/>
          <a:lstStyle/>
          <a:p>
            <a:fld id="{72514870-5082-4025-BC8A-5E070B8EB77D}" type="datetimeFigureOut">
              <a:rPr lang="zh-CN" altLang="en-US" smtClean="0"/>
              <a:t>2025/1/29</a:t>
            </a:fld>
            <a:endParaRPr lang="zh-CN" altLang="en-US"/>
          </a:p>
        </p:txBody>
      </p:sp>
      <p:sp>
        <p:nvSpPr>
          <p:cNvPr id="8" name="文本框"/>
          <p:cNvSpPr>
            <a:spLocks noGrp="1"/>
          </p:cNvSpPr>
          <p:nvPr>
            <p:ph type="ftr" sz="quarter" idx="11"/>
          </p:nvPr>
        </p:nvSpPr>
        <p:spPr/>
        <p:txBody>
          <a:bodyPr/>
          <a:lstStyle/>
          <a:p>
            <a:endParaRPr lang="zh-CN" altLang="en-US"/>
          </a:p>
        </p:txBody>
      </p:sp>
      <p:sp>
        <p:nvSpPr>
          <p:cNvPr id="9"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7657830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p>
        </p:txBody>
      </p:sp>
      <p:sp>
        <p:nvSpPr>
          <p:cNvPr id="3" name="文本框"/>
          <p:cNvSpPr>
            <a:spLocks noGrp="1"/>
          </p:cNvSpPr>
          <p:nvPr>
            <p:ph type="dt" sz="half" idx="10"/>
          </p:nvPr>
        </p:nvSpPr>
        <p:spPr/>
        <p:txBody>
          <a:bodyPr/>
          <a:lstStyle/>
          <a:p>
            <a:fld id="{72514870-5082-4025-BC8A-5E070B8EB77D}" type="datetimeFigureOut">
              <a:rPr lang="zh-CN" altLang="en-US" smtClean="0"/>
              <a:t>2025/1/29</a:t>
            </a:fld>
            <a:endParaRPr lang="zh-CN" altLang="en-US"/>
          </a:p>
        </p:txBody>
      </p:sp>
      <p:sp>
        <p:nvSpPr>
          <p:cNvPr id="4" name="文本框"/>
          <p:cNvSpPr>
            <a:spLocks noGrp="1"/>
          </p:cNvSpPr>
          <p:nvPr>
            <p:ph type="ftr" sz="quarter" idx="11"/>
          </p:nvPr>
        </p:nvSpPr>
        <p:spPr/>
        <p:txBody>
          <a:bodyPr/>
          <a:lstStyle/>
          <a:p>
            <a:endParaRPr lang="zh-CN" altLang="en-US"/>
          </a:p>
        </p:txBody>
      </p:sp>
      <p:sp>
        <p:nvSpPr>
          <p:cNvPr id="5"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0361300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文本框"/>
          <p:cNvSpPr>
            <a:spLocks noGrp="1"/>
          </p:cNvSpPr>
          <p:nvPr>
            <p:ph type="dt" sz="half" idx="10"/>
          </p:nvPr>
        </p:nvSpPr>
        <p:spPr/>
        <p:txBody>
          <a:bodyPr/>
          <a:lstStyle/>
          <a:p>
            <a:fld id="{72514870-5082-4025-BC8A-5E070B8EB77D}" type="datetimeFigureOut">
              <a:rPr lang="zh-CN" altLang="en-US" smtClean="0"/>
              <a:t>2025/1/29</a:t>
            </a:fld>
            <a:endParaRPr lang="zh-CN" altLang="en-US"/>
          </a:p>
        </p:txBody>
      </p:sp>
      <p:sp>
        <p:nvSpPr>
          <p:cNvPr id="3" name="文本框"/>
          <p:cNvSpPr>
            <a:spLocks noGrp="1"/>
          </p:cNvSpPr>
          <p:nvPr>
            <p:ph type="ftr" sz="quarter" idx="11"/>
          </p:nvPr>
        </p:nvSpPr>
        <p:spPr/>
        <p:txBody>
          <a:bodyPr/>
          <a:lstStyle/>
          <a:p>
            <a:endParaRPr lang="zh-CN" altLang="en-US"/>
          </a:p>
        </p:txBody>
      </p:sp>
      <p:sp>
        <p:nvSpPr>
          <p:cNvPr id="4"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064852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文本框"/>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文本框"/>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框"/>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文本框"/>
          <p:cNvSpPr>
            <a:spLocks noGrp="1"/>
          </p:cNvSpPr>
          <p:nvPr>
            <p:ph type="dt" sz="half" idx="10"/>
          </p:nvPr>
        </p:nvSpPr>
        <p:spPr/>
        <p:txBody>
          <a:bodyPr/>
          <a:lstStyle/>
          <a:p>
            <a:fld id="{72514870-5082-4025-BC8A-5E070B8EB77D}" type="datetimeFigureOut">
              <a:rPr lang="zh-CN" altLang="en-US" smtClean="0"/>
              <a:t>2025/1/29</a:t>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6887082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文本框"/>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文本框"/>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框"/>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文本框"/>
          <p:cNvSpPr>
            <a:spLocks noGrp="1"/>
          </p:cNvSpPr>
          <p:nvPr>
            <p:ph type="dt" sz="half" idx="10"/>
          </p:nvPr>
        </p:nvSpPr>
        <p:spPr/>
        <p:txBody>
          <a:bodyPr/>
          <a:lstStyle/>
          <a:p>
            <a:fld id="{72514870-5082-4025-BC8A-5E070B8EB77D}" type="datetimeFigureOut">
              <a:rPr lang="zh-CN" altLang="en-US" smtClean="0"/>
              <a:t>2025/1/29</a:t>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2652672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p>
        </p:txBody>
      </p:sp>
      <p:sp>
        <p:nvSpPr>
          <p:cNvPr id="3" name="文本框"/>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框"/>
          <p:cNvSpPr>
            <a:spLocks noGrp="1"/>
          </p:cNvSpPr>
          <p:nvPr>
            <p:ph type="dt" sz="half" idx="10"/>
          </p:nvPr>
        </p:nvSpPr>
        <p:spPr/>
        <p:txBody>
          <a:bodyPr/>
          <a:lstStyle/>
          <a:p>
            <a:fld id="{72514870-5082-4025-BC8A-5E070B8EB77D}" type="datetimeFigureOut">
              <a:rPr lang="zh-CN" altLang="en-US" smtClean="0"/>
              <a:t>2025/1/29</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2871492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文本框"/>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文本框"/>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框"/>
          <p:cNvSpPr>
            <a:spLocks noGrp="1"/>
          </p:cNvSpPr>
          <p:nvPr>
            <p:ph type="dt" sz="half" idx="10"/>
          </p:nvPr>
        </p:nvSpPr>
        <p:spPr/>
        <p:txBody>
          <a:bodyPr/>
          <a:lstStyle/>
          <a:p>
            <a:fld id="{72514870-5082-4025-BC8A-5E070B8EB77D}" type="datetimeFigureOut">
              <a:rPr lang="zh-CN" altLang="en-US" smtClean="0"/>
              <a:t>2025/1/29</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4776389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自定义版式">
    <p:bg>
      <p:bgPr>
        <a:solidFill>
          <a:schemeClr val="bg1"/>
        </a:solidFill>
        <a:effectLst/>
      </p:bgPr>
    </p:bg>
    <p:spTree>
      <p:nvGrpSpPr>
        <p:cNvPr id="1" name=""/>
        <p:cNvGrpSpPr/>
        <p:nvPr/>
      </p:nvGrpSpPr>
      <p:grpSpPr>
        <a:xfrm>
          <a:off x="0" y="0"/>
          <a:ext cx="0" cy="0"/>
          <a:chOff x="0" y="0"/>
          <a:chExt cx="0" cy="0"/>
        </a:xfrm>
      </p:grpSpPr>
      <p:sp>
        <p:nvSpPr>
          <p:cNvPr id="19" name="直线"/>
          <p:cNvSpPr>
            <a:spLocks/>
          </p:cNvSpPr>
          <p:nvPr/>
        </p:nvSpPr>
        <p:spPr>
          <a:xfrm>
            <a:off x="8763000" y="0"/>
            <a:ext cx="0" cy="6858000"/>
          </a:xfrm>
          <a:prstGeom prst="line">
            <a:avLst/>
          </a:prstGeom>
          <a:noFill/>
          <a:ln w="38100" cap="flat" cmpd="sng">
            <a:solidFill>
              <a:srgbClr val="FEC2AD">
                <a:alpha val="93000"/>
              </a:srgbClr>
            </a:solidFill>
            <a:prstDash val="solid"/>
            <a:round/>
          </a:ln>
        </p:spPr>
      </p:sp>
      <p:sp>
        <p:nvSpPr>
          <p:cNvPr id="20" name="直线"/>
          <p:cNvSpPr>
            <a:spLocks/>
          </p:cNvSpPr>
          <p:nvPr/>
        </p:nvSpPr>
        <p:spPr>
          <a:xfrm>
            <a:off x="76200" y="0"/>
            <a:ext cx="0" cy="6858000"/>
          </a:xfrm>
          <a:prstGeom prst="line">
            <a:avLst/>
          </a:prstGeom>
          <a:noFill/>
          <a:ln w="57150" cap="flat" cmpd="thickThin">
            <a:solidFill>
              <a:srgbClr val="FEC2AD"/>
            </a:solidFill>
            <a:prstDash val="solid"/>
            <a:round/>
          </a:ln>
        </p:spPr>
      </p:sp>
      <p:sp>
        <p:nvSpPr>
          <p:cNvPr id="21" name="直线"/>
          <p:cNvSpPr>
            <a:spLocks/>
          </p:cNvSpPr>
          <p:nvPr/>
        </p:nvSpPr>
        <p:spPr>
          <a:xfrm>
            <a:off x="8991600" y="0"/>
            <a:ext cx="0" cy="6858000"/>
          </a:xfrm>
          <a:prstGeom prst="line">
            <a:avLst/>
          </a:prstGeom>
          <a:noFill/>
          <a:ln w="19050" cap="flat" cmpd="sng">
            <a:solidFill>
              <a:srgbClr val="FE8637"/>
            </a:solidFill>
            <a:prstDash val="solid"/>
            <a:round/>
          </a:ln>
        </p:spPr>
      </p:sp>
      <p:sp>
        <p:nvSpPr>
          <p:cNvPr id="22" name="矩形"/>
          <p:cNvSpPr>
            <a:spLocks/>
          </p:cNvSpPr>
          <p:nvPr/>
        </p:nvSpPr>
        <p:spPr>
          <a:xfrm>
            <a:off x="8839200" y="0"/>
            <a:ext cx="304800" cy="6858000"/>
          </a:xfrm>
          <a:prstGeom prst="rect">
            <a:avLst/>
          </a:prstGeom>
          <a:solidFill>
            <a:srgbClr val="FEC2AD">
              <a:alpha val="87000"/>
            </a:srgbClr>
          </a:solidFill>
          <a:ln w="38100" cap="rnd" cmpd="sng">
            <a:noFill/>
            <a:prstDash val="solid"/>
            <a:round/>
          </a:ln>
        </p:spPr>
      </p:sp>
      <p:sp>
        <p:nvSpPr>
          <p:cNvPr id="23" name="直线"/>
          <p:cNvSpPr>
            <a:spLocks/>
          </p:cNvSpPr>
          <p:nvPr/>
        </p:nvSpPr>
        <p:spPr>
          <a:xfrm>
            <a:off x="8915400" y="0"/>
            <a:ext cx="0" cy="6858000"/>
          </a:xfrm>
          <a:prstGeom prst="line">
            <a:avLst/>
          </a:prstGeom>
          <a:noFill/>
          <a:ln w="9525" cap="flat" cmpd="sng">
            <a:solidFill>
              <a:srgbClr val="FE8637"/>
            </a:solidFill>
            <a:prstDash val="solid"/>
            <a:round/>
          </a:ln>
        </p:spPr>
      </p:sp>
      <p:sp>
        <p:nvSpPr>
          <p:cNvPr id="24" name="椭圆"/>
          <p:cNvSpPr>
            <a:spLocks/>
          </p:cNvSpPr>
          <p:nvPr/>
        </p:nvSpPr>
        <p:spPr>
          <a:xfrm>
            <a:off x="8156448" y="5715000"/>
            <a:ext cx="548640" cy="548640"/>
          </a:xfrm>
          <a:prstGeom prst="ellipse">
            <a:avLst/>
          </a:prstGeom>
          <a:solidFill>
            <a:schemeClr val="accent1"/>
          </a:solidFill>
          <a:ln w="38100" cap="rnd" cmpd="sng">
            <a:noFill/>
            <a:prstDash val="solid"/>
            <a:round/>
          </a:ln>
        </p:spPr>
      </p:sp>
      <p:sp>
        <p:nvSpPr>
          <p:cNvPr id="25" name="文本框"/>
          <p:cNvSpPr>
            <a:spLocks noGrp="1"/>
          </p:cNvSpPr>
          <p:nvPr>
            <p:ph type="title"/>
          </p:nvPr>
        </p:nvSpPr>
        <p:spPr>
          <a:xfrm>
            <a:off x="457200" y="274638"/>
            <a:ext cx="7467600" cy="11430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r>
              <a:rPr lang="en-US" altLang="zh-CN"/>
              <a:t>Click to edit Master title style</a:t>
            </a:r>
            <a:endParaRPr lang="zh-CN" altLang="en-US"/>
          </a:p>
        </p:txBody>
      </p:sp>
      <p:sp>
        <p:nvSpPr>
          <p:cNvPr id="26" name="文本框"/>
          <p:cNvSpPr>
            <a:spLocks noGrp="1"/>
          </p:cNvSpPr>
          <p:nvPr>
            <p:ph type="body" idx="1"/>
          </p:nvPr>
        </p:nvSpPr>
        <p:spPr>
          <a:xfrm>
            <a:off x="457200" y="1600200"/>
            <a:ext cx="7467600" cy="4873752"/>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lang="zh-CN" altLang="en-US"/>
          </a:p>
        </p:txBody>
      </p:sp>
      <p:sp>
        <p:nvSpPr>
          <p:cNvPr id="27" name="文本框"/>
          <p:cNvSpPr>
            <a:spLocks noGrp="1"/>
          </p:cNvSpPr>
          <p:nvPr>
            <p:ph type="dt"/>
          </p:nvPr>
        </p:nvSpPr>
        <p:spPr>
          <a:xfrm rot="5400000">
            <a:off x="7589520" y="1081851"/>
            <a:ext cx="2011679" cy="384047"/>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algn="r" eaLnBrk="1" latinLnBrk="0" hangingPunct="1"/>
            <a:endParaRPr lang="zh-CN" altLang="en-US" sz="1200">
              <a:solidFill>
                <a:schemeClr val="tx2"/>
              </a:solidFill>
              <a:latin typeface="Century Schoolbook" charset="0"/>
              <a:ea typeface="宋体" charset="0"/>
              <a:cs typeface="Century Schoolbook" charset="0"/>
            </a:endParaRPr>
          </a:p>
        </p:txBody>
      </p:sp>
      <p:sp>
        <p:nvSpPr>
          <p:cNvPr id="28" name="文本框"/>
          <p:cNvSpPr>
            <a:spLocks noGrp="1"/>
          </p:cNvSpPr>
          <p:nvPr>
            <p:ph type="sldNum"/>
          </p:nvPr>
        </p:nvSpPr>
        <p:spPr>
          <a:xfrm>
            <a:off x="8129016" y="5734050"/>
            <a:ext cx="609600" cy="521206"/>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algn="ctr" eaLnBrk="1" latinLnBrk="0" hangingPunct="1"/>
            <a:fld id="{CAD2D6BD-DE1B-4B5F-8B41-2702339687B9}" type="slidenum">
              <a:rPr lang="en-US" altLang="zh-CN" sz="1400" b="1" i="0" u="none" strike="noStrike" kern="1200" cap="none" spc="0" baseline="0">
                <a:solidFill>
                  <a:srgbClr val="FFFFFF"/>
                </a:solidFill>
                <a:latin typeface="Century Schoolbook" charset="0"/>
                <a:ea typeface="宋体" charset="0"/>
                <a:cs typeface="Century Schoolbook" charset="0"/>
              </a:rPr>
              <a:t>‹#›</a:t>
            </a:fld>
            <a:endParaRPr lang="zh-CN" altLang="en-US" sz="1400" b="1">
              <a:solidFill>
                <a:srgbClr val="FFFFFF"/>
              </a:solidFill>
              <a:latin typeface="Century Schoolbook" charset="0"/>
              <a:ea typeface="宋体" charset="0"/>
              <a:cs typeface="Century Schoolbook" charset="0"/>
            </a:endParaRPr>
          </a:p>
        </p:txBody>
      </p:sp>
      <p:sp>
        <p:nvSpPr>
          <p:cNvPr id="29" name="文本框"/>
          <p:cNvSpPr>
            <a:spLocks noGrp="1"/>
          </p:cNvSpPr>
          <p:nvPr>
            <p:ph type="ftr"/>
          </p:nvPr>
        </p:nvSpPr>
        <p:spPr>
          <a:xfrm rot="5400000">
            <a:off x="6990186" y="3737240"/>
            <a:ext cx="3200399" cy="36575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algn="l" eaLnBrk="1" latinLnBrk="0" hangingPunct="1"/>
            <a:endParaRPr lang="zh-CN" altLang="en-US" sz="1200">
              <a:solidFill>
                <a:schemeClr val="tx2"/>
              </a:solidFill>
              <a:latin typeface="Century Schoolbook" charset="0"/>
              <a:ea typeface="宋体" charset="0"/>
              <a:cs typeface="Century Schoolbook" charset="0"/>
            </a:endParaRPr>
          </a:p>
        </p:txBody>
      </p:sp>
    </p:spTree>
    <p:extLst>
      <p:ext uri="{BB962C8B-B14F-4D97-AF65-F5344CB8AC3E}">
        <p14:creationId xmlns:p14="http://schemas.microsoft.com/office/powerpoint/2010/main" val="15517149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直线"/>
          <p:cNvSpPr>
            <a:spLocks/>
          </p:cNvSpPr>
          <p:nvPr/>
        </p:nvSpPr>
        <p:spPr>
          <a:xfrm>
            <a:off x="8763000" y="0"/>
            <a:ext cx="0" cy="6858000"/>
          </a:xfrm>
          <a:prstGeom prst="line">
            <a:avLst/>
          </a:prstGeom>
          <a:noFill/>
          <a:ln w="38100" cap="flat" cmpd="sng">
            <a:solidFill>
              <a:srgbClr val="FEC2AD">
                <a:alpha val="93000"/>
              </a:srgbClr>
            </a:solidFill>
            <a:prstDash val="solid"/>
            <a:round/>
          </a:ln>
        </p:spPr>
      </p:sp>
      <p:sp>
        <p:nvSpPr>
          <p:cNvPr id="3" name="文本框"/>
          <p:cNvSpPr>
            <a:spLocks noGrp="1"/>
          </p:cNvSpPr>
          <p:nvPr>
            <p:ph type="title"/>
          </p:nvPr>
        </p:nvSpPr>
        <p:spPr>
          <a:xfrm>
            <a:off x="457200" y="274638"/>
            <a:ext cx="7467600" cy="11430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r>
              <a:rPr lang="en-US" altLang="zh-CN"/>
              <a:t>Click to edit Master title style</a:t>
            </a:r>
            <a:endParaRPr lang="zh-CN" altLang="en-US"/>
          </a:p>
        </p:txBody>
      </p:sp>
      <p:sp>
        <p:nvSpPr>
          <p:cNvPr id="4" name="文本框"/>
          <p:cNvSpPr>
            <a:spLocks noGrp="1"/>
          </p:cNvSpPr>
          <p:nvPr>
            <p:ph type="body" idx="1"/>
          </p:nvPr>
        </p:nvSpPr>
        <p:spPr>
          <a:xfrm>
            <a:off x="457200" y="1600200"/>
            <a:ext cx="7467600" cy="4873752"/>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lang="zh-CN" altLang="en-US"/>
          </a:p>
        </p:txBody>
      </p:sp>
      <p:sp>
        <p:nvSpPr>
          <p:cNvPr id="5" name="文本框"/>
          <p:cNvSpPr>
            <a:spLocks noGrp="1"/>
          </p:cNvSpPr>
          <p:nvPr>
            <p:ph type="dt" idx="2"/>
          </p:nvPr>
        </p:nvSpPr>
        <p:spPr>
          <a:xfrm rot="5400000">
            <a:off x="7589520" y="1081851"/>
            <a:ext cx="2011679" cy="384047"/>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algn="r" eaLnBrk="1" latinLnBrk="0" hangingPunct="1"/>
            <a:fld id="{CAD2D6BD-DE1B-4B5F-8B41-2702339687B9}" type="datetime1">
              <a:rPr lang="en-US" altLang="zh-CN" sz="1200">
                <a:solidFill>
                  <a:schemeClr val="tx2"/>
                </a:solidFill>
                <a:latin typeface="Century Schoolbook" charset="0"/>
                <a:ea typeface="宋体" charset="0"/>
                <a:cs typeface="Century Schoolbook" charset="0"/>
              </a:rPr>
              <a:t>1/29/2025</a:t>
            </a:fld>
            <a:endParaRPr lang="zh-CN" altLang="en-US" sz="1200">
              <a:solidFill>
                <a:schemeClr val="tx2"/>
              </a:solidFill>
              <a:latin typeface="Century Schoolbook" charset="0"/>
              <a:ea typeface="宋体" charset="0"/>
              <a:cs typeface="Century Schoolbook" charset="0"/>
            </a:endParaRPr>
          </a:p>
        </p:txBody>
      </p:sp>
      <p:sp>
        <p:nvSpPr>
          <p:cNvPr id="6" name="文本框"/>
          <p:cNvSpPr>
            <a:spLocks noGrp="1"/>
          </p:cNvSpPr>
          <p:nvPr>
            <p:ph type="ftr" idx="3"/>
          </p:nvPr>
        </p:nvSpPr>
        <p:spPr>
          <a:xfrm rot="5400000">
            <a:off x="6990186" y="3737240"/>
            <a:ext cx="3200399" cy="36575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algn="l" eaLnBrk="1" latinLnBrk="0" hangingPunct="1"/>
            <a:endParaRPr lang="zh-CN" altLang="en-US" sz="1200">
              <a:solidFill>
                <a:schemeClr val="tx2"/>
              </a:solidFill>
              <a:latin typeface="Century Schoolbook" charset="0"/>
              <a:ea typeface="宋体" charset="0"/>
              <a:cs typeface="Century Schoolbook" charset="0"/>
            </a:endParaRPr>
          </a:p>
        </p:txBody>
      </p:sp>
      <p:sp>
        <p:nvSpPr>
          <p:cNvPr id="7" name="直线"/>
          <p:cNvSpPr>
            <a:spLocks/>
          </p:cNvSpPr>
          <p:nvPr/>
        </p:nvSpPr>
        <p:spPr>
          <a:xfrm>
            <a:off x="76200" y="0"/>
            <a:ext cx="0" cy="6858000"/>
          </a:xfrm>
          <a:prstGeom prst="line">
            <a:avLst/>
          </a:prstGeom>
          <a:noFill/>
          <a:ln w="57150" cap="flat" cmpd="thickThin">
            <a:solidFill>
              <a:srgbClr val="FEC2AD"/>
            </a:solidFill>
            <a:prstDash val="solid"/>
            <a:round/>
          </a:ln>
        </p:spPr>
      </p:sp>
      <p:sp>
        <p:nvSpPr>
          <p:cNvPr id="8" name="直线"/>
          <p:cNvSpPr>
            <a:spLocks/>
          </p:cNvSpPr>
          <p:nvPr/>
        </p:nvSpPr>
        <p:spPr>
          <a:xfrm>
            <a:off x="8991600" y="0"/>
            <a:ext cx="0" cy="6858000"/>
          </a:xfrm>
          <a:prstGeom prst="line">
            <a:avLst/>
          </a:prstGeom>
          <a:noFill/>
          <a:ln w="19050" cap="flat" cmpd="sng">
            <a:solidFill>
              <a:srgbClr val="FE8637"/>
            </a:solidFill>
            <a:prstDash val="solid"/>
            <a:round/>
          </a:ln>
        </p:spPr>
      </p:sp>
      <p:sp>
        <p:nvSpPr>
          <p:cNvPr id="9" name="矩形"/>
          <p:cNvSpPr>
            <a:spLocks/>
          </p:cNvSpPr>
          <p:nvPr/>
        </p:nvSpPr>
        <p:spPr>
          <a:xfrm>
            <a:off x="8839200" y="0"/>
            <a:ext cx="304800" cy="6858000"/>
          </a:xfrm>
          <a:prstGeom prst="rect">
            <a:avLst/>
          </a:prstGeom>
          <a:solidFill>
            <a:srgbClr val="FEC2AD">
              <a:alpha val="87000"/>
            </a:srgbClr>
          </a:solidFill>
          <a:ln w="38100" cap="rnd" cmpd="sng">
            <a:noFill/>
            <a:prstDash val="solid"/>
            <a:round/>
          </a:ln>
        </p:spPr>
      </p:sp>
      <p:sp>
        <p:nvSpPr>
          <p:cNvPr id="10" name="直线"/>
          <p:cNvSpPr>
            <a:spLocks/>
          </p:cNvSpPr>
          <p:nvPr/>
        </p:nvSpPr>
        <p:spPr>
          <a:xfrm>
            <a:off x="8915400" y="0"/>
            <a:ext cx="0" cy="6858000"/>
          </a:xfrm>
          <a:prstGeom prst="line">
            <a:avLst/>
          </a:prstGeom>
          <a:noFill/>
          <a:ln w="9525" cap="flat" cmpd="sng">
            <a:solidFill>
              <a:srgbClr val="FE8637"/>
            </a:solidFill>
            <a:prstDash val="solid"/>
            <a:round/>
          </a:ln>
        </p:spPr>
      </p:sp>
      <p:sp>
        <p:nvSpPr>
          <p:cNvPr id="11" name="椭圆"/>
          <p:cNvSpPr>
            <a:spLocks/>
          </p:cNvSpPr>
          <p:nvPr/>
        </p:nvSpPr>
        <p:spPr>
          <a:xfrm>
            <a:off x="8156448" y="5715000"/>
            <a:ext cx="548640" cy="548640"/>
          </a:xfrm>
          <a:prstGeom prst="ellipse">
            <a:avLst/>
          </a:prstGeom>
          <a:solidFill>
            <a:schemeClr val="accent1"/>
          </a:solidFill>
          <a:ln w="38100" cap="rnd" cmpd="sng">
            <a:noFill/>
            <a:prstDash val="solid"/>
            <a:round/>
          </a:ln>
        </p:spPr>
      </p:sp>
      <p:sp>
        <p:nvSpPr>
          <p:cNvPr id="12" name="文本框"/>
          <p:cNvSpPr>
            <a:spLocks noGrp="1"/>
          </p:cNvSpPr>
          <p:nvPr>
            <p:ph type="sldNum" idx="4"/>
          </p:nvPr>
        </p:nvSpPr>
        <p:spPr>
          <a:xfrm>
            <a:off x="8129016" y="5734050"/>
            <a:ext cx="609600" cy="521206"/>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algn="ctr" eaLnBrk="1" latinLnBrk="0" hangingPunct="1"/>
            <a:fld id="{CAD2D6BD-DE1B-4B5F-8B41-2702339687B9}" type="slidenum">
              <a:rPr lang="en-US" altLang="zh-CN" sz="1400" b="1" i="0" u="none" strike="noStrike" kern="1200" cap="none" spc="0" baseline="0">
                <a:solidFill>
                  <a:srgbClr val="FFFFFF"/>
                </a:solidFill>
                <a:latin typeface="Century Schoolbook" charset="0"/>
                <a:ea typeface="宋体" charset="0"/>
                <a:cs typeface="Century Schoolbook" charset="0"/>
              </a:rPr>
              <a:t>‹#›</a:t>
            </a:fld>
            <a:endParaRPr lang="zh-CN" altLang="en-US" sz="1400" b="1">
              <a:solidFill>
                <a:srgbClr val="FFFFFF"/>
              </a:solidFill>
              <a:latin typeface="Century Schoolbook" charset="0"/>
              <a:ea typeface="宋体" charset="0"/>
              <a:cs typeface="Century Schoolbook" charset="0"/>
            </a:endParaRPr>
          </a:p>
        </p:txBody>
      </p:sp>
    </p:spTree>
    <p:extLst>
      <p:ext uri="{BB962C8B-B14F-4D97-AF65-F5344CB8AC3E}">
        <p14:creationId xmlns:p14="http://schemas.microsoft.com/office/powerpoint/2010/main" val="366366318"/>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lvl1pPr algn="l" defTabSz="914400" eaLnBrk="1" fontAlgn="auto" latinLnBrk="0" hangingPunct="1">
        <a:spcBef>
          <a:spcPts val="0"/>
        </a:spcBef>
        <a:buNone/>
        <a:defRPr sz="3000" b="0" kern="1200" cap="small" baseline="0">
          <a:solidFill>
            <a:schemeClr val="tx2"/>
          </a:solidFill>
          <a:latin typeface="Century Schoolbook" charset="0"/>
          <a:ea typeface="华文楷体" charset="0"/>
          <a:cs typeface="Century Schoolbook" charset="0"/>
        </a:defRPr>
      </a:lvl1pPr>
    </p:titleStyle>
    <p:bodyStyle>
      <a:lvl1pPr marL="274320" indent="-274320" algn="l" defTabSz="914400" eaLnBrk="1" fontAlgn="auto" latinLnBrk="0" hangingPunct="1">
        <a:spcBef>
          <a:spcPts val="600"/>
        </a:spcBef>
        <a:buClr>
          <a:schemeClr val="accent1"/>
        </a:buClr>
        <a:buSzPct val="70000"/>
        <a:buFont typeface="Wingdings" charset="0"/>
        <a:buChar char=""/>
        <a:defRPr sz="2400" kern="1200">
          <a:solidFill>
            <a:schemeClr val="tx1"/>
          </a:solidFill>
          <a:latin typeface="Century Schoolbook" charset="0"/>
          <a:ea typeface="宋体" charset="0"/>
          <a:cs typeface="Century Schoolbook" charset="0"/>
        </a:defRPr>
      </a:lvl1pPr>
      <a:lvl2pPr marL="640080" indent="-274320" algn="l" defTabSz="914400" eaLnBrk="1" fontAlgn="auto" latinLnBrk="0" hangingPunct="1">
        <a:spcBef>
          <a:spcPct val="20000"/>
        </a:spcBef>
        <a:buClr>
          <a:schemeClr val="accent1"/>
        </a:buClr>
        <a:buSzPct val="80000"/>
        <a:buFont typeface="Wingdings 2" charset="0"/>
        <a:buChar char=""/>
        <a:defRPr sz="2100" kern="1200">
          <a:solidFill>
            <a:schemeClr val="tx1"/>
          </a:solidFill>
          <a:latin typeface="Century Schoolbook" charset="0"/>
          <a:ea typeface="宋体" charset="0"/>
          <a:cs typeface="Century Schoolbook" charset="0"/>
        </a:defRPr>
      </a:lvl2pPr>
      <a:lvl3pPr marL="914400" indent="-182880" algn="l" defTabSz="914400" eaLnBrk="1" fontAlgn="auto" latinLnBrk="0" hangingPunct="1">
        <a:spcBef>
          <a:spcPct val="20000"/>
        </a:spcBef>
        <a:buClr>
          <a:srgbClr val="E0752F"/>
        </a:buClr>
        <a:buSzPct val="60000"/>
        <a:buFont typeface="Wingdings" charset="0"/>
        <a:buChar char=""/>
        <a:defRPr sz="1800" kern="1200">
          <a:solidFill>
            <a:schemeClr val="tx1"/>
          </a:solidFill>
          <a:latin typeface="Century Schoolbook" charset="0"/>
          <a:ea typeface="宋体" charset="0"/>
          <a:cs typeface="Century Schoolbook" charset="0"/>
        </a:defRPr>
      </a:lvl3pPr>
      <a:lvl4pPr marL="1188720" indent="-182880" algn="l" defTabSz="914400" eaLnBrk="1" fontAlgn="auto" latinLnBrk="0" hangingPunct="1">
        <a:spcBef>
          <a:spcPct val="20000"/>
        </a:spcBef>
        <a:buClr>
          <a:srgbClr val="FEC2AD"/>
        </a:buClr>
        <a:buSzPct val="60000"/>
        <a:buFont typeface="Wingdings" charset="0"/>
        <a:buChar char=""/>
        <a:defRPr sz="1800" kern="1200">
          <a:solidFill>
            <a:schemeClr val="tx1"/>
          </a:solidFill>
          <a:latin typeface="Century Schoolbook" charset="0"/>
          <a:ea typeface="宋体" charset="0"/>
          <a:cs typeface="Century Schoolbook" charset="0"/>
        </a:defRPr>
      </a:lvl4pPr>
      <a:lvl5pPr marL="1462913" indent="-182880" algn="l" defTabSz="914400" eaLnBrk="1" fontAlgn="auto" latinLnBrk="0" hangingPunct="1">
        <a:spcBef>
          <a:spcPct val="20000"/>
        </a:spcBef>
        <a:buClr>
          <a:srgbClr val="BCC9E9"/>
        </a:buClr>
        <a:buSzPct val="68000"/>
        <a:buFont typeface="Wingdings 2" charset="0"/>
        <a:buChar char=""/>
        <a:defRPr sz="1600" kern="1200">
          <a:solidFill>
            <a:schemeClr val="tx1"/>
          </a:solidFill>
          <a:latin typeface="Century Schoolbook" charset="0"/>
          <a:ea typeface="宋体" charset="0"/>
          <a:cs typeface="Century Schoolbook" charset="0"/>
        </a:defRPr>
      </a:lvl5pPr>
      <a:lvl6pPr marL="1737360" indent="-182880" algn="l" defTabSz="914400" eaLnBrk="1" fontAlgn="auto" latinLnBrk="0" hangingPunct="1">
        <a:spcBef>
          <a:spcPct val="20000"/>
        </a:spcBef>
        <a:buClr>
          <a:schemeClr val="accent1"/>
        </a:buClr>
        <a:buChar char="•"/>
        <a:defRPr sz="1600" kern="1200">
          <a:solidFill>
            <a:schemeClr val="tx2"/>
          </a:solidFill>
          <a:latin typeface="Century Schoolbook" charset="0"/>
          <a:ea typeface="宋体" charset="0"/>
          <a:cs typeface="Century Schoolbook" charset="0"/>
        </a:defRPr>
      </a:lvl6pPr>
      <a:lvl7pPr marL="2011553" indent="-182880" algn="l" defTabSz="914400" eaLnBrk="1" fontAlgn="auto" latinLnBrk="0" hangingPunct="1">
        <a:spcBef>
          <a:spcPct val="20000"/>
        </a:spcBef>
        <a:buClr>
          <a:srgbClr val="FEC2AD"/>
        </a:buClr>
        <a:buSzPct val="60000"/>
        <a:buFont typeface="Wingdings" charset="0"/>
        <a:buChar char=""/>
        <a:defRPr sz="1400" kern="1200" baseline="0">
          <a:solidFill>
            <a:schemeClr val="tx2"/>
          </a:solidFill>
          <a:latin typeface="Century Schoolbook" charset="0"/>
          <a:ea typeface="宋体" charset="0"/>
          <a:cs typeface="Century Schoolbook" charset="0"/>
        </a:defRPr>
      </a:lvl7pPr>
      <a:lvl8pPr marL="2286000" indent="-182880" algn="l" defTabSz="914400" eaLnBrk="1" fontAlgn="auto" latinLnBrk="0" hangingPunct="1">
        <a:spcBef>
          <a:spcPct val="20000"/>
        </a:spcBef>
        <a:buClr>
          <a:schemeClr val="accent2"/>
        </a:buClr>
        <a:buChar char="•"/>
        <a:defRPr sz="1400" kern="1200" cap="small" baseline="0">
          <a:solidFill>
            <a:schemeClr val="tx2"/>
          </a:solidFill>
          <a:latin typeface="Century Schoolbook" charset="0"/>
          <a:ea typeface="宋体" charset="0"/>
          <a:cs typeface="Century Schoolbook" charset="0"/>
        </a:defRPr>
      </a:lvl8pPr>
      <a:lvl9pPr marL="2286000" indent="-182880" algn="l" defTabSz="914400" eaLnBrk="1" fontAlgn="auto" latinLnBrk="0" hangingPunct="1">
        <a:spcBef>
          <a:spcPct val="20000"/>
        </a:spcBef>
        <a:buClr>
          <a:schemeClr val="accent2"/>
        </a:buClr>
        <a:buChar char="•"/>
        <a:defRPr sz="1400" kern="1200" cap="small" baseline="0">
          <a:solidFill>
            <a:schemeClr val="tx2"/>
          </a:solidFill>
          <a:latin typeface="Century Schoolbook" charset="0"/>
          <a:ea typeface="宋体" charset="0"/>
          <a:cs typeface="Century Schoolbook"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文本框"/>
          <p:cNvSpPr>
            <a:spLocks noGrp="1"/>
          </p:cNvSpPr>
          <p:nvPr>
            <p:ph type="title"/>
          </p:nvPr>
        </p:nvSpPr>
        <p:spPr>
          <a:xfrm>
            <a:off x="578977" y="340747"/>
            <a:ext cx="8354888" cy="1564253"/>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marL="0" indent="0" algn="l">
              <a:lnSpc>
                <a:spcPct val="100000"/>
              </a:lnSpc>
              <a:spcBef>
                <a:spcPts val="0"/>
              </a:spcBef>
              <a:spcAft>
                <a:spcPts val="0"/>
              </a:spcAft>
              <a:buNone/>
            </a:pPr>
            <a:br>
              <a:rPr lang="zh-CN" altLang="en-US" sz="3000" b="0" i="0" u="none" strike="noStrike" kern="1200" cap="small" spc="0" baseline="0">
                <a:solidFill>
                  <a:schemeClr val="tx2"/>
                </a:solidFill>
                <a:latin typeface="Century Schoolbook" charset="0"/>
                <a:ea typeface="华文楷体" charset="0"/>
                <a:cs typeface="Lucida Sans" charset="0"/>
              </a:rPr>
            </a:br>
            <a:br>
              <a:rPr lang="zh-CN" altLang="en-US" sz="3000" b="0" i="0" u="none" strike="noStrike" kern="1200" cap="small" spc="0" baseline="0">
                <a:solidFill>
                  <a:schemeClr val="tx2"/>
                </a:solidFill>
                <a:latin typeface="Century Schoolbook" charset="0"/>
                <a:ea typeface="华文楷体" charset="0"/>
                <a:cs typeface="Lucida Sans" charset="0"/>
              </a:rPr>
            </a:br>
            <a:endParaRPr lang="zh-CN" altLang="en-US" sz="3000" b="0" i="0" u="none" strike="noStrike" kern="1200" cap="small" spc="0" baseline="0">
              <a:solidFill>
                <a:schemeClr val="tx2"/>
              </a:solidFill>
              <a:latin typeface="Century Schoolbook" charset="0"/>
              <a:ea typeface="华文楷体" charset="0"/>
              <a:cs typeface="Lucida Sans" charset="0"/>
            </a:endParaRPr>
          </a:p>
        </p:txBody>
      </p:sp>
      <p:sp>
        <p:nvSpPr>
          <p:cNvPr id="31" name="文本框"/>
          <p:cNvSpPr>
            <a:spLocks noGrp="1"/>
          </p:cNvSpPr>
          <p:nvPr>
            <p:ph type="body" idx="1"/>
          </p:nvPr>
        </p:nvSpPr>
        <p:spPr>
          <a:xfrm>
            <a:off x="827585" y="1343892"/>
            <a:ext cx="7706816" cy="4567329"/>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0" indent="0" algn="l">
              <a:lnSpc>
                <a:spcPct val="80000"/>
              </a:lnSpc>
              <a:spcBef>
                <a:spcPts val="600"/>
              </a:spcBef>
              <a:spcAft>
                <a:spcPts val="0"/>
              </a:spcAft>
              <a:buNone/>
            </a:pPr>
            <a:r>
              <a:rPr lang="en-US" altLang="zh-CN" sz="1500" b="1" strike="noStrike" kern="1200" cap="none" spc="0" baseline="0" dirty="0">
                <a:solidFill>
                  <a:schemeClr val="tx1"/>
                </a:solidFill>
                <a:latin typeface="Times New Roman" pitchFamily="18" charset="0"/>
                <a:ea typeface="宋体" charset="0"/>
                <a:cs typeface="Times New Roman" pitchFamily="18" charset="0"/>
              </a:rPr>
              <a:t>        </a:t>
            </a:r>
            <a:r>
              <a:rPr lang="en-US" altLang="zh-CN" sz="1600" b="1" strike="noStrike" kern="1200" cap="none" spc="0" baseline="0" dirty="0">
                <a:solidFill>
                  <a:schemeClr val="tx1"/>
                </a:solidFill>
                <a:latin typeface="Times New Roman" pitchFamily="18" charset="0"/>
                <a:ea typeface="宋体" charset="0"/>
                <a:cs typeface="Times New Roman" pitchFamily="18" charset="0"/>
              </a:rPr>
              <a:t>DEPARTMENT OF ELECTRONICS &amp; COMUNICATION ENGINEERING</a:t>
            </a:r>
            <a:endParaRPr lang="en-US" altLang="zh-CN" sz="1600" b="1" strike="noStrike" kern="1200" cap="none" spc="0" baseline="0" dirty="0">
              <a:solidFill>
                <a:schemeClr val="accent1"/>
              </a:solidFill>
              <a:latin typeface="Times New Roman" pitchFamily="18" charset="0"/>
              <a:ea typeface="宋体" charset="0"/>
              <a:cs typeface="Times New Roman" pitchFamily="18" charset="0"/>
            </a:endParaRPr>
          </a:p>
          <a:p>
            <a:pPr marL="274320" indent="-274320" algn="ctr">
              <a:lnSpc>
                <a:spcPct val="80000"/>
              </a:lnSpc>
              <a:spcBef>
                <a:spcPts val="600"/>
              </a:spcBef>
              <a:spcAft>
                <a:spcPts val="0"/>
              </a:spcAft>
              <a:buClr>
                <a:schemeClr val="accent1"/>
              </a:buClr>
              <a:buSzPct val="70000"/>
              <a:buFont typeface="Wingdings" charset="0"/>
              <a:buChar char=""/>
            </a:pPr>
            <a:endParaRPr lang="en-US" altLang="zh-CN" sz="1700" b="1" strike="noStrike" kern="1200" cap="none" spc="0" baseline="0" dirty="0">
              <a:solidFill>
                <a:schemeClr val="accent1"/>
              </a:solidFill>
              <a:latin typeface="Times New Roman" pitchFamily="18" charset="0"/>
              <a:ea typeface="宋体" charset="0"/>
              <a:cs typeface="Times New Roman" pitchFamily="18" charset="0"/>
            </a:endParaRPr>
          </a:p>
          <a:p>
            <a:pPr marL="0" indent="0" algn="ctr">
              <a:lnSpc>
                <a:spcPct val="80000"/>
              </a:lnSpc>
              <a:spcBef>
                <a:spcPts val="600"/>
              </a:spcBef>
              <a:spcAft>
                <a:spcPts val="0"/>
              </a:spcAft>
              <a:buNone/>
            </a:pPr>
            <a:r>
              <a:rPr lang="en-US" altLang="zh-CN" sz="1800" b="1" i="0" u="none" strike="noStrike" kern="1200" cap="none" spc="0" baseline="0" dirty="0">
                <a:solidFill>
                  <a:schemeClr val="tx1"/>
                </a:solidFill>
                <a:latin typeface="Times New Roman" pitchFamily="18" charset="0"/>
                <a:ea typeface="宋体" charset="0"/>
                <a:cs typeface="Times New Roman" pitchFamily="18" charset="0"/>
              </a:rPr>
              <a:t>Intelligent Classroom automation with </a:t>
            </a:r>
            <a:r>
              <a:rPr lang="en-US" altLang="zh-CN" sz="1800" b="1" dirty="0">
                <a:latin typeface="Times New Roman" pitchFamily="18" charset="0"/>
                <a:cs typeface="Times New Roman" pitchFamily="18" charset="0"/>
              </a:rPr>
              <a:t>CV2</a:t>
            </a:r>
            <a:r>
              <a:rPr lang="en-US" altLang="zh-CN" sz="1800" b="1" i="0" u="none" strike="noStrike" kern="1200" cap="none" spc="0" baseline="0" dirty="0">
                <a:solidFill>
                  <a:schemeClr val="tx1"/>
                </a:solidFill>
                <a:latin typeface="Times New Roman" pitchFamily="18" charset="0"/>
                <a:ea typeface="宋体" charset="0"/>
                <a:cs typeface="Times New Roman" pitchFamily="18" charset="0"/>
              </a:rPr>
              <a:t>-Driven IOT Solution </a:t>
            </a:r>
          </a:p>
          <a:p>
            <a:pPr marL="0" indent="0" algn="ctr">
              <a:lnSpc>
                <a:spcPct val="80000"/>
              </a:lnSpc>
              <a:spcBef>
                <a:spcPts val="600"/>
              </a:spcBef>
              <a:spcAft>
                <a:spcPts val="0"/>
              </a:spcAft>
              <a:buNone/>
            </a:pPr>
            <a:endParaRPr lang="en-US" altLang="zh-CN" sz="1800" b="1" i="0" u="none" strike="noStrike" kern="1200" cap="none" spc="0" baseline="0" dirty="0">
              <a:solidFill>
                <a:schemeClr val="tx1"/>
              </a:solidFill>
              <a:latin typeface="Times New Roman" pitchFamily="18" charset="0"/>
              <a:ea typeface="宋体" charset="0"/>
              <a:cs typeface="Times New Roman" pitchFamily="18" charset="0"/>
            </a:endParaRPr>
          </a:p>
          <a:p>
            <a:pPr marL="0" indent="0" algn="ctr">
              <a:lnSpc>
                <a:spcPct val="80000"/>
              </a:lnSpc>
              <a:spcBef>
                <a:spcPts val="600"/>
              </a:spcBef>
              <a:spcAft>
                <a:spcPts val="0"/>
              </a:spcAft>
              <a:buNone/>
            </a:pPr>
            <a:r>
              <a:rPr lang="en-US" altLang="zh-CN" sz="1800" b="1" i="0" u="none" strike="noStrike" kern="1200" cap="none" spc="0" baseline="0" dirty="0">
                <a:solidFill>
                  <a:schemeClr val="tx1"/>
                </a:solidFill>
                <a:latin typeface="Times New Roman" pitchFamily="18" charset="0"/>
                <a:ea typeface="宋体" charset="0"/>
                <a:cs typeface="Times New Roman" pitchFamily="18" charset="0"/>
              </a:rPr>
              <a:t>Batch No: A4</a:t>
            </a:r>
          </a:p>
          <a:p>
            <a:pPr marL="0" indent="0" algn="ctr">
              <a:lnSpc>
                <a:spcPct val="80000"/>
              </a:lnSpc>
              <a:spcBef>
                <a:spcPts val="600"/>
              </a:spcBef>
              <a:spcAft>
                <a:spcPts val="0"/>
              </a:spcAft>
              <a:buNone/>
            </a:pPr>
            <a:endParaRPr lang="en-US" altLang="zh-CN" sz="1800" b="1" i="0" u="none" strike="noStrike" kern="1200" cap="none" spc="0" baseline="0" dirty="0">
              <a:solidFill>
                <a:schemeClr val="tx1"/>
              </a:solidFill>
              <a:latin typeface="Times New Roman" pitchFamily="18" charset="0"/>
              <a:ea typeface="宋体" charset="0"/>
              <a:cs typeface="Times New Roman" pitchFamily="18" charset="0"/>
            </a:endParaRPr>
          </a:p>
          <a:p>
            <a:pPr marL="0" indent="0" algn="l">
              <a:lnSpc>
                <a:spcPct val="80000"/>
              </a:lnSpc>
              <a:spcBef>
                <a:spcPts val="600"/>
              </a:spcBef>
              <a:spcAft>
                <a:spcPts val="0"/>
              </a:spcAft>
              <a:buNone/>
            </a:pPr>
            <a:r>
              <a:rPr lang="en-US" altLang="zh-CN" sz="1600" b="1" i="0" u="none" strike="noStrike" kern="1200" cap="none" spc="0" baseline="0" dirty="0">
                <a:solidFill>
                  <a:schemeClr val="tx1"/>
                </a:solidFill>
                <a:latin typeface="Times New Roman" pitchFamily="18" charset="0"/>
                <a:ea typeface="宋体" charset="0"/>
                <a:cs typeface="Times New Roman" pitchFamily="18" charset="0"/>
              </a:rPr>
              <a:t>1.   21471A0436                 </a:t>
            </a:r>
            <a:r>
              <a:rPr lang="en-US" altLang="zh-CN" sz="1600" b="1" i="0" u="none" strike="noStrike" kern="1200" cap="none" spc="0" baseline="0" dirty="0" err="1">
                <a:solidFill>
                  <a:schemeClr val="tx1"/>
                </a:solidFill>
                <a:latin typeface="Times New Roman" pitchFamily="18" charset="0"/>
                <a:ea typeface="宋体" charset="0"/>
                <a:cs typeface="Times New Roman" pitchFamily="18" charset="0"/>
              </a:rPr>
              <a:t>Pokala</a:t>
            </a:r>
            <a:r>
              <a:rPr lang="en-US" altLang="zh-CN" sz="1600" b="1" i="0" u="none" strike="noStrike" kern="1200" cap="none" spc="0" baseline="0" dirty="0">
                <a:solidFill>
                  <a:schemeClr val="tx1"/>
                </a:solidFill>
                <a:latin typeface="Times New Roman" pitchFamily="18" charset="0"/>
                <a:ea typeface="宋体" charset="0"/>
                <a:cs typeface="Times New Roman" pitchFamily="18" charset="0"/>
              </a:rPr>
              <a:t> Naga Krishna</a:t>
            </a:r>
          </a:p>
          <a:p>
            <a:pPr marL="0" indent="0" algn="l">
              <a:lnSpc>
                <a:spcPct val="80000"/>
              </a:lnSpc>
              <a:spcBef>
                <a:spcPts val="600"/>
              </a:spcBef>
              <a:spcAft>
                <a:spcPts val="0"/>
              </a:spcAft>
              <a:buNone/>
            </a:pPr>
            <a:r>
              <a:rPr lang="en-US" altLang="zh-CN" sz="1600" b="1" i="0" u="none" strike="noStrike" kern="1200" cap="none" spc="0" baseline="0" dirty="0">
                <a:solidFill>
                  <a:schemeClr val="tx1"/>
                </a:solidFill>
                <a:latin typeface="Times New Roman" pitchFamily="18" charset="0"/>
                <a:ea typeface="宋体" charset="0"/>
                <a:cs typeface="Times New Roman" pitchFamily="18" charset="0"/>
              </a:rPr>
              <a:t>2.   21471A0437                 Potluri </a:t>
            </a:r>
            <a:r>
              <a:rPr lang="en-US" altLang="zh-CN" sz="1600" b="1" i="0" u="none" strike="noStrike" kern="1200" cap="none" spc="0" baseline="0" dirty="0" err="1">
                <a:solidFill>
                  <a:schemeClr val="tx1"/>
                </a:solidFill>
                <a:latin typeface="Times New Roman" pitchFamily="18" charset="0"/>
                <a:ea typeface="宋体" charset="0"/>
                <a:cs typeface="Times New Roman" pitchFamily="18" charset="0"/>
              </a:rPr>
              <a:t>Bhulakshmi</a:t>
            </a:r>
            <a:endParaRPr lang="en-US" altLang="zh-CN" sz="1600" b="1" i="0" u="none" strike="noStrike" kern="1200" cap="none" spc="0" baseline="0" dirty="0">
              <a:solidFill>
                <a:schemeClr val="tx1"/>
              </a:solidFill>
              <a:latin typeface="Times New Roman" pitchFamily="18" charset="0"/>
              <a:ea typeface="宋体" charset="0"/>
              <a:cs typeface="Times New Roman" pitchFamily="18" charset="0"/>
            </a:endParaRPr>
          </a:p>
          <a:p>
            <a:pPr marL="0" indent="0" algn="l">
              <a:lnSpc>
                <a:spcPct val="80000"/>
              </a:lnSpc>
              <a:spcBef>
                <a:spcPts val="600"/>
              </a:spcBef>
              <a:spcAft>
                <a:spcPts val="0"/>
              </a:spcAft>
              <a:buNone/>
            </a:pPr>
            <a:r>
              <a:rPr lang="en-US" altLang="zh-CN" sz="1600" b="1" i="0" u="none" strike="noStrike" kern="1200" cap="none" spc="0" baseline="0" dirty="0">
                <a:solidFill>
                  <a:schemeClr val="tx1"/>
                </a:solidFill>
                <a:latin typeface="Times New Roman" pitchFamily="18" charset="0"/>
                <a:ea typeface="宋体" charset="0"/>
                <a:cs typeface="Times New Roman" pitchFamily="18" charset="0"/>
              </a:rPr>
              <a:t>3.   21471A0439                 </a:t>
            </a:r>
            <a:r>
              <a:rPr lang="en-US" altLang="zh-CN" sz="1600" b="1" i="0" u="none" strike="noStrike" kern="1200" cap="none" spc="0" baseline="0" dirty="0" err="1">
                <a:solidFill>
                  <a:schemeClr val="tx1"/>
                </a:solidFill>
                <a:latin typeface="Times New Roman" pitchFamily="18" charset="0"/>
                <a:ea typeface="宋体" charset="0"/>
                <a:cs typeface="Times New Roman" pitchFamily="18" charset="0"/>
              </a:rPr>
              <a:t>Sanampudi</a:t>
            </a:r>
            <a:r>
              <a:rPr lang="en-US" altLang="zh-CN" sz="1600" b="1" i="0" u="none" strike="noStrike" kern="1200" cap="none" spc="0" baseline="0" dirty="0">
                <a:solidFill>
                  <a:schemeClr val="tx1"/>
                </a:solidFill>
                <a:latin typeface="Times New Roman" pitchFamily="18" charset="0"/>
                <a:ea typeface="宋体" charset="0"/>
                <a:cs typeface="Times New Roman" pitchFamily="18" charset="0"/>
              </a:rPr>
              <a:t> Pavan Kalyan</a:t>
            </a:r>
          </a:p>
          <a:p>
            <a:pPr marL="0" indent="0" algn="l">
              <a:lnSpc>
                <a:spcPct val="80000"/>
              </a:lnSpc>
              <a:spcBef>
                <a:spcPts val="600"/>
              </a:spcBef>
              <a:spcAft>
                <a:spcPts val="0"/>
              </a:spcAft>
              <a:buNone/>
            </a:pPr>
            <a:r>
              <a:rPr lang="en-US" altLang="zh-CN" sz="1600" b="1" i="0" u="none" strike="noStrike" kern="1200" cap="none" spc="0" baseline="0" dirty="0">
                <a:solidFill>
                  <a:schemeClr val="tx1"/>
                </a:solidFill>
                <a:latin typeface="Times New Roman" pitchFamily="18" charset="0"/>
                <a:ea typeface="宋体" charset="0"/>
                <a:cs typeface="Times New Roman" pitchFamily="18" charset="0"/>
              </a:rPr>
              <a:t>4.   21471A0407                 </a:t>
            </a:r>
            <a:r>
              <a:rPr lang="en-US" altLang="zh-CN" sz="1600" b="1" i="0" u="none" strike="noStrike" kern="1200" cap="none" spc="0" baseline="0" dirty="0" err="1">
                <a:solidFill>
                  <a:schemeClr val="tx1"/>
                </a:solidFill>
                <a:latin typeface="Times New Roman" pitchFamily="18" charset="0"/>
                <a:ea typeface="宋体" charset="0"/>
                <a:cs typeface="Times New Roman" pitchFamily="18" charset="0"/>
              </a:rPr>
              <a:t>Duddukuri</a:t>
            </a:r>
            <a:r>
              <a:rPr lang="en-US" altLang="zh-CN" sz="1600" b="1" i="0" u="none" strike="noStrike" kern="1200" cap="none" spc="0" baseline="0" dirty="0">
                <a:solidFill>
                  <a:schemeClr val="tx1"/>
                </a:solidFill>
                <a:latin typeface="Times New Roman" pitchFamily="18" charset="0"/>
                <a:ea typeface="宋体" charset="0"/>
                <a:cs typeface="Times New Roman" pitchFamily="18" charset="0"/>
              </a:rPr>
              <a:t> </a:t>
            </a:r>
            <a:r>
              <a:rPr lang="en-US" altLang="zh-CN" sz="1600" b="1" i="0" u="none" strike="noStrike" kern="1200" cap="none" spc="0" baseline="0" dirty="0" err="1">
                <a:solidFill>
                  <a:schemeClr val="tx1"/>
                </a:solidFill>
                <a:latin typeface="Times New Roman" pitchFamily="18" charset="0"/>
                <a:ea typeface="宋体" charset="0"/>
                <a:cs typeface="Times New Roman" pitchFamily="18" charset="0"/>
              </a:rPr>
              <a:t>Vachalya</a:t>
            </a:r>
            <a:endParaRPr lang="en-US" altLang="zh-CN" sz="1600" b="1" i="0" u="none" strike="noStrike" kern="1200" cap="none" spc="0" baseline="0" dirty="0">
              <a:solidFill>
                <a:schemeClr val="tx1"/>
              </a:solidFill>
              <a:latin typeface="Times New Roman" pitchFamily="18" charset="0"/>
              <a:ea typeface="宋体" charset="0"/>
              <a:cs typeface="Times New Roman" pitchFamily="18" charset="0"/>
            </a:endParaRPr>
          </a:p>
          <a:p>
            <a:pPr marL="0" indent="0" algn="l">
              <a:lnSpc>
                <a:spcPct val="80000"/>
              </a:lnSpc>
              <a:spcBef>
                <a:spcPts val="600"/>
              </a:spcBef>
              <a:spcAft>
                <a:spcPts val="0"/>
              </a:spcAft>
              <a:buNone/>
            </a:pPr>
            <a:r>
              <a:rPr lang="en-US" altLang="zh-CN" sz="1600" b="1" i="0" u="none" strike="noStrike" kern="1200" cap="none" spc="0" baseline="0" dirty="0">
                <a:solidFill>
                  <a:schemeClr val="tx1"/>
                </a:solidFill>
                <a:latin typeface="Times New Roman" pitchFamily="18" charset="0"/>
                <a:ea typeface="宋体" charset="0"/>
                <a:cs typeface="Times New Roman" pitchFamily="18" charset="0"/>
              </a:rPr>
              <a:t>5.   21471A0435                 Pilli Bhavana</a:t>
            </a:r>
          </a:p>
          <a:p>
            <a:pPr marL="0" indent="0" algn="l">
              <a:lnSpc>
                <a:spcPct val="80000"/>
              </a:lnSpc>
              <a:spcBef>
                <a:spcPts val="600"/>
              </a:spcBef>
              <a:spcAft>
                <a:spcPts val="0"/>
              </a:spcAft>
              <a:buNone/>
            </a:pPr>
            <a:r>
              <a:rPr lang="en-US" altLang="zh-CN" sz="1600" b="1" i="0" u="none" strike="noStrike" kern="1200" cap="none" spc="0" baseline="0" dirty="0">
                <a:solidFill>
                  <a:schemeClr val="tx1"/>
                </a:solidFill>
                <a:latin typeface="Times New Roman" pitchFamily="18" charset="0"/>
                <a:ea typeface="宋体" charset="0"/>
                <a:cs typeface="Times New Roman" pitchFamily="18" charset="0"/>
              </a:rPr>
              <a:t>6.   21471A0441                 Shaik </a:t>
            </a:r>
            <a:r>
              <a:rPr lang="en-US" altLang="zh-CN" sz="1600" b="1" i="0" u="none" strike="noStrike" kern="1200" cap="none" spc="0" baseline="0" dirty="0" err="1">
                <a:solidFill>
                  <a:schemeClr val="tx1"/>
                </a:solidFill>
                <a:latin typeface="Times New Roman" pitchFamily="18" charset="0"/>
                <a:ea typeface="宋体" charset="0"/>
                <a:cs typeface="Times New Roman" pitchFamily="18" charset="0"/>
              </a:rPr>
              <a:t>Althaf</a:t>
            </a:r>
            <a:r>
              <a:rPr lang="en-US" altLang="zh-CN" sz="1600" b="1" i="0" u="none" strike="noStrike" kern="1200" cap="none" spc="0" baseline="0" dirty="0">
                <a:solidFill>
                  <a:schemeClr val="tx1"/>
                </a:solidFill>
                <a:latin typeface="Times New Roman" pitchFamily="18" charset="0"/>
                <a:ea typeface="宋体" charset="0"/>
                <a:cs typeface="Times New Roman" pitchFamily="18" charset="0"/>
              </a:rPr>
              <a:t> Raj</a:t>
            </a:r>
          </a:p>
          <a:p>
            <a:pPr marL="274320" indent="-274320" algn="l">
              <a:lnSpc>
                <a:spcPct val="80000"/>
              </a:lnSpc>
              <a:spcBef>
                <a:spcPts val="600"/>
              </a:spcBef>
              <a:spcAft>
                <a:spcPts val="0"/>
              </a:spcAft>
              <a:buClr>
                <a:schemeClr val="accent1"/>
              </a:buClr>
              <a:buSzPct val="70000"/>
              <a:buFont typeface="Wingdings" charset="0"/>
              <a:buChar char=""/>
            </a:pPr>
            <a:endParaRPr lang="en-US" altLang="zh-CN" sz="1600" b="1" i="0" u="none" strike="noStrike" kern="1200" cap="none" spc="0" baseline="0" dirty="0">
              <a:solidFill>
                <a:schemeClr val="tx1"/>
              </a:solidFill>
              <a:latin typeface="Times New Roman" pitchFamily="18" charset="0"/>
              <a:ea typeface="宋体" charset="0"/>
              <a:cs typeface="Times New Roman" pitchFamily="18" charset="0"/>
            </a:endParaRPr>
          </a:p>
          <a:p>
            <a:pPr marL="457200" indent="-457200" algn="l">
              <a:lnSpc>
                <a:spcPct val="80000"/>
              </a:lnSpc>
              <a:spcBef>
                <a:spcPts val="600"/>
              </a:spcBef>
              <a:spcAft>
                <a:spcPts val="0"/>
              </a:spcAft>
              <a:buClr>
                <a:schemeClr val="accent1"/>
              </a:buClr>
              <a:buSzPct val="70000"/>
              <a:buFontTx/>
              <a:buAutoNum type="arabicPeriod"/>
            </a:pPr>
            <a:endParaRPr lang="en-US" altLang="zh-CN" sz="700" b="1" i="0" u="none" strike="noStrike" kern="1200" cap="none" spc="0" baseline="0" dirty="0">
              <a:solidFill>
                <a:schemeClr val="tx1"/>
              </a:solidFill>
              <a:latin typeface="Times New Roman" pitchFamily="18" charset="0"/>
              <a:ea typeface="宋体" charset="0"/>
              <a:cs typeface="Times New Roman" pitchFamily="18" charset="0"/>
            </a:endParaRPr>
          </a:p>
          <a:p>
            <a:pPr marL="457200" indent="-457200" algn="l">
              <a:lnSpc>
                <a:spcPct val="80000"/>
              </a:lnSpc>
              <a:spcBef>
                <a:spcPts val="600"/>
              </a:spcBef>
              <a:spcAft>
                <a:spcPts val="0"/>
              </a:spcAft>
              <a:buClr>
                <a:schemeClr val="accent1"/>
              </a:buClr>
              <a:buSzPct val="70000"/>
              <a:buFontTx/>
              <a:buAutoNum type="arabicPeriod"/>
            </a:pPr>
            <a:endParaRPr lang="en-US" altLang="zh-CN" sz="700" b="1" i="0" u="none" strike="noStrike" kern="1200" cap="none" spc="0" baseline="0" dirty="0">
              <a:solidFill>
                <a:schemeClr val="tx1"/>
              </a:solidFill>
              <a:latin typeface="Times New Roman" pitchFamily="18" charset="0"/>
              <a:ea typeface="宋体" charset="0"/>
              <a:cs typeface="Times New Roman" pitchFamily="18" charset="0"/>
            </a:endParaRPr>
          </a:p>
          <a:p>
            <a:pPr marL="457200" indent="-457200" algn="l">
              <a:lnSpc>
                <a:spcPct val="80000"/>
              </a:lnSpc>
              <a:spcBef>
                <a:spcPts val="600"/>
              </a:spcBef>
              <a:spcAft>
                <a:spcPts val="0"/>
              </a:spcAft>
              <a:buClr>
                <a:schemeClr val="accent1"/>
              </a:buClr>
              <a:buSzPct val="70000"/>
              <a:buFontTx/>
              <a:buAutoNum type="arabicPeriod"/>
            </a:pPr>
            <a:endParaRPr lang="en-US" altLang="zh-CN" sz="700" b="1" i="0" u="none" strike="noStrike" kern="1200" cap="none" spc="0" baseline="0" dirty="0">
              <a:solidFill>
                <a:schemeClr val="tx1"/>
              </a:solidFill>
              <a:latin typeface="Times New Roman" pitchFamily="18" charset="0"/>
              <a:ea typeface="宋体" charset="0"/>
              <a:cs typeface="Times New Roman" pitchFamily="18" charset="0"/>
            </a:endParaRPr>
          </a:p>
          <a:p>
            <a:pPr marL="457200" indent="-457200" algn="l">
              <a:lnSpc>
                <a:spcPct val="80000"/>
              </a:lnSpc>
              <a:spcBef>
                <a:spcPts val="600"/>
              </a:spcBef>
              <a:spcAft>
                <a:spcPts val="0"/>
              </a:spcAft>
              <a:buClr>
                <a:schemeClr val="accent1"/>
              </a:buClr>
              <a:buSzPct val="70000"/>
              <a:buFontTx/>
              <a:buAutoNum type="arabicPeriod"/>
            </a:pPr>
            <a:endParaRPr lang="en-US" altLang="zh-CN" sz="700" b="1" i="0" u="none" strike="noStrike" kern="1200" cap="none" spc="0" baseline="0" dirty="0">
              <a:solidFill>
                <a:schemeClr val="tx1"/>
              </a:solidFill>
              <a:latin typeface="Times New Roman" pitchFamily="18" charset="0"/>
              <a:ea typeface="宋体" charset="0"/>
              <a:cs typeface="Times New Roman" pitchFamily="18" charset="0"/>
            </a:endParaRPr>
          </a:p>
          <a:p>
            <a:pPr marL="0" indent="0" algn="ctr">
              <a:lnSpc>
                <a:spcPct val="80000"/>
              </a:lnSpc>
              <a:spcBef>
                <a:spcPts val="600"/>
              </a:spcBef>
              <a:spcAft>
                <a:spcPts val="0"/>
              </a:spcAft>
              <a:buNone/>
            </a:pPr>
            <a:r>
              <a:rPr lang="en-US" altLang="zh-CN" sz="500" b="1" i="0" u="none" strike="noStrike" kern="1200" cap="none" spc="0" baseline="0" dirty="0">
                <a:solidFill>
                  <a:schemeClr val="tx1"/>
                </a:solidFill>
                <a:latin typeface="Times New Roman" pitchFamily="18" charset="0"/>
                <a:ea typeface="宋体" charset="0"/>
                <a:cs typeface="Times New Roman" pitchFamily="18" charset="0"/>
              </a:rPr>
              <a:t>		</a:t>
            </a:r>
            <a:r>
              <a:rPr lang="en-US" altLang="zh-CN" sz="1800" b="1" i="0" u="none" strike="noStrike" kern="1200" cap="none" spc="0" baseline="0" dirty="0">
                <a:solidFill>
                  <a:srgbClr val="FF0000"/>
                </a:solidFill>
                <a:latin typeface="Times New Roman" pitchFamily="18" charset="0"/>
                <a:ea typeface="宋体" charset="0"/>
                <a:cs typeface="Times New Roman" pitchFamily="18" charset="0"/>
              </a:rPr>
              <a:t>Name of Guide: </a:t>
            </a:r>
            <a:r>
              <a:rPr lang="en-US" altLang="zh-CN" sz="1800" b="1" i="0" u="none" strike="noStrike" kern="1200" cap="none" spc="0" baseline="0" dirty="0" err="1">
                <a:solidFill>
                  <a:schemeClr val="tx1"/>
                </a:solidFill>
                <a:latin typeface="Times New Roman" pitchFamily="18" charset="0"/>
                <a:ea typeface="宋体" charset="0"/>
                <a:cs typeface="Times New Roman" pitchFamily="18" charset="0"/>
              </a:rPr>
              <a:t>Dr.B.Siva</a:t>
            </a:r>
            <a:r>
              <a:rPr lang="en-US" altLang="zh-CN" sz="1800" b="1" i="0" u="none" strike="noStrike" kern="1200" cap="none" spc="0" baseline="0" dirty="0">
                <a:solidFill>
                  <a:schemeClr val="tx1"/>
                </a:solidFill>
                <a:latin typeface="Times New Roman" pitchFamily="18" charset="0"/>
                <a:ea typeface="宋体" charset="0"/>
                <a:cs typeface="Times New Roman" pitchFamily="18" charset="0"/>
              </a:rPr>
              <a:t> </a:t>
            </a:r>
            <a:r>
              <a:rPr lang="en-US" altLang="zh-CN" sz="1800" b="1" i="0" u="none" strike="noStrike" kern="1200" cap="none" spc="0" baseline="0" dirty="0" err="1">
                <a:solidFill>
                  <a:schemeClr val="tx1"/>
                </a:solidFill>
                <a:latin typeface="Times New Roman" pitchFamily="18" charset="0"/>
                <a:ea typeface="宋体" charset="0"/>
                <a:cs typeface="Times New Roman" pitchFamily="18" charset="0"/>
              </a:rPr>
              <a:t>NageswaraRao</a:t>
            </a:r>
            <a:r>
              <a:rPr lang="en-US" altLang="zh-CN" sz="1800" b="1" i="0" u="none" strike="noStrike" kern="1200" cap="none" spc="0" baseline="0" dirty="0">
                <a:solidFill>
                  <a:schemeClr val="tx1"/>
                </a:solidFill>
                <a:latin typeface="Times New Roman" pitchFamily="18" charset="0"/>
                <a:ea typeface="宋体" charset="0"/>
                <a:cs typeface="Times New Roman" pitchFamily="18" charset="0"/>
              </a:rPr>
              <a:t> </a:t>
            </a:r>
          </a:p>
          <a:p>
            <a:pPr marL="0" indent="0" algn="ctr">
              <a:lnSpc>
                <a:spcPct val="80000"/>
              </a:lnSpc>
              <a:spcBef>
                <a:spcPts val="600"/>
              </a:spcBef>
              <a:spcAft>
                <a:spcPts val="0"/>
              </a:spcAft>
              <a:buNone/>
            </a:pPr>
            <a:r>
              <a:rPr lang="en-US" altLang="zh-CN" sz="1800" b="1" dirty="0">
                <a:latin typeface="Times New Roman" pitchFamily="18" charset="0"/>
                <a:cs typeface="Times New Roman" pitchFamily="18" charset="0"/>
              </a:rPr>
              <a:t>                               </a:t>
            </a:r>
            <a:r>
              <a:rPr lang="en-US" altLang="zh-CN" sz="1800" b="1" i="0" u="none" strike="noStrike" kern="1200" cap="none" spc="0" baseline="0" dirty="0">
                <a:solidFill>
                  <a:srgbClr val="FF0000"/>
                </a:solidFill>
                <a:latin typeface="Times New Roman" pitchFamily="18" charset="0"/>
                <a:ea typeface="宋体" charset="0"/>
                <a:cs typeface="Times New Roman" pitchFamily="18" charset="0"/>
              </a:rPr>
              <a:t> </a:t>
            </a:r>
            <a:r>
              <a:rPr lang="en-US" altLang="zh-CN" sz="1800" b="1" i="0" u="none" strike="noStrike" kern="1200" cap="none" spc="0" baseline="0" dirty="0">
                <a:solidFill>
                  <a:schemeClr val="tx1"/>
                </a:solidFill>
                <a:latin typeface="Times New Roman" pitchFamily="18" charset="0"/>
                <a:ea typeface="宋体" charset="0"/>
                <a:cs typeface="Times New Roman" pitchFamily="18" charset="0"/>
              </a:rPr>
              <a:t>Asst Prof</a:t>
            </a:r>
          </a:p>
          <a:p>
            <a:pPr marL="0" indent="0" algn="ctr">
              <a:lnSpc>
                <a:spcPct val="80000"/>
              </a:lnSpc>
              <a:spcBef>
                <a:spcPts val="600"/>
              </a:spcBef>
              <a:spcAft>
                <a:spcPts val="0"/>
              </a:spcAft>
              <a:buNone/>
            </a:pPr>
            <a:r>
              <a:rPr lang="en-US" altLang="zh-CN" sz="500" b="1" i="0" u="none" strike="noStrike" kern="1200" cap="none" spc="0" baseline="0" dirty="0">
                <a:solidFill>
                  <a:schemeClr val="tx1"/>
                </a:solidFill>
                <a:latin typeface="Century Schoolbook" charset="0"/>
                <a:ea typeface="宋体" charset="0"/>
                <a:cs typeface="Lucida Sans" charset="0"/>
              </a:rPr>
              <a:t>					                             </a:t>
            </a:r>
            <a:endParaRPr lang="en-US" altLang="zh-CN" sz="700" b="1" i="0" u="none" strike="noStrike" kern="1200" cap="none" spc="0" baseline="0" dirty="0">
              <a:solidFill>
                <a:schemeClr val="tx1"/>
              </a:solidFill>
              <a:latin typeface="Calibri" charset="0"/>
              <a:ea typeface="宋体" charset="0"/>
              <a:cs typeface="Calibri" charset="0"/>
            </a:endParaRPr>
          </a:p>
          <a:p>
            <a:pPr marL="0" indent="0" algn="l">
              <a:lnSpc>
                <a:spcPct val="80000"/>
              </a:lnSpc>
              <a:spcBef>
                <a:spcPts val="600"/>
              </a:spcBef>
              <a:spcAft>
                <a:spcPts val="0"/>
              </a:spcAft>
              <a:buNone/>
            </a:pPr>
            <a:endParaRPr lang="zh-CN" altLang="en-US" sz="600" b="0" i="0" u="none" strike="noStrike" kern="1200" cap="none" spc="0" baseline="0" dirty="0">
              <a:solidFill>
                <a:schemeClr val="tx1"/>
              </a:solidFill>
              <a:latin typeface="Century Schoolbook" charset="0"/>
              <a:ea typeface="宋体" charset="0"/>
              <a:cs typeface="Lucida Sans" charset="0"/>
            </a:endParaRPr>
          </a:p>
        </p:txBody>
      </p:sp>
      <p:pic>
        <p:nvPicPr>
          <p:cNvPr id="32" name="图片" descr="paint.png"/>
          <p:cNvPicPr>
            <a:picLocks noChangeAspect="1"/>
          </p:cNvPicPr>
          <p:nvPr/>
        </p:nvPicPr>
        <p:blipFill>
          <a:blip r:embed="rId3" cstate="print"/>
          <a:stretch>
            <a:fillRect/>
          </a:stretch>
        </p:blipFill>
        <p:spPr>
          <a:xfrm>
            <a:off x="578977" y="340747"/>
            <a:ext cx="8354888" cy="1003143"/>
          </a:xfrm>
          <a:prstGeom prst="rect">
            <a:avLst/>
          </a:prstGeom>
          <a:noFill/>
          <a:ln w="12700" cap="flat" cmpd="sng">
            <a:noFill/>
            <a:prstDash val="solid"/>
            <a:miter/>
          </a:ln>
        </p:spPr>
      </p:pic>
    </p:spTree>
    <p:extLst>
      <p:ext uri="{BB962C8B-B14F-4D97-AF65-F5344CB8AC3E}">
        <p14:creationId xmlns:p14="http://schemas.microsoft.com/office/powerpoint/2010/main" val="21091521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 name="文本框"/>
          <p:cNvSpPr>
            <a:spLocks noGrp="1"/>
          </p:cNvSpPr>
          <p:nvPr>
            <p:ph type="title"/>
          </p:nvPr>
        </p:nvSpPr>
        <p:spPr>
          <a:xfrm>
            <a:off x="395536" y="188639"/>
            <a:ext cx="8291264" cy="1008111"/>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marL="0" indent="0" algn="ctr">
              <a:lnSpc>
                <a:spcPct val="100000"/>
              </a:lnSpc>
              <a:spcBef>
                <a:spcPts val="0"/>
              </a:spcBef>
              <a:spcAft>
                <a:spcPts val="0"/>
              </a:spcAft>
              <a:buNone/>
            </a:pPr>
            <a:r>
              <a:rPr lang="en-US" altLang="zh-CN" sz="3000" b="0" i="0" u="none" strike="noStrike" kern="1200" cap="small" spc="0" baseline="0">
                <a:solidFill>
                  <a:schemeClr val="tx2"/>
                </a:solidFill>
                <a:latin typeface="Times New Roman" pitchFamily="18" charset="0"/>
                <a:ea typeface="华文楷体" charset="0"/>
                <a:cs typeface="Times New Roman" pitchFamily="18" charset="0"/>
              </a:rPr>
              <a:t>        </a:t>
            </a:r>
            <a:r>
              <a:rPr lang="en-US" altLang="zh-CN" sz="3000" b="0" i="0" u="none" strike="noStrike" kern="1200" cap="small" spc="0" baseline="0">
                <a:solidFill>
                  <a:schemeClr val="tx1"/>
                </a:solidFill>
                <a:latin typeface="Times New Roman" pitchFamily="18" charset="0"/>
                <a:ea typeface="华文楷体" charset="0"/>
                <a:cs typeface="Times New Roman" pitchFamily="18" charset="0"/>
              </a:rPr>
              <a:t>Outline of the Presentation</a:t>
            </a:r>
            <a:endParaRPr lang="zh-CN" altLang="en-US" sz="3000" b="0" i="0" u="none" strike="noStrike" kern="1200" cap="small" spc="0" baseline="0">
              <a:solidFill>
                <a:schemeClr val="tx1"/>
              </a:solidFill>
              <a:latin typeface="Times New Roman" pitchFamily="18" charset="0"/>
              <a:ea typeface="华文楷体" charset="0"/>
              <a:cs typeface="Times New Roman" pitchFamily="18" charset="0"/>
            </a:endParaRPr>
          </a:p>
        </p:txBody>
      </p:sp>
      <p:sp>
        <p:nvSpPr>
          <p:cNvPr id="36" name="文本框"/>
          <p:cNvSpPr>
            <a:spLocks noGrp="1"/>
          </p:cNvSpPr>
          <p:nvPr>
            <p:ph type="body" idx="1"/>
          </p:nvPr>
        </p:nvSpPr>
        <p:spPr>
          <a:xfrm>
            <a:off x="755576" y="1412776"/>
            <a:ext cx="6591935" cy="4680518"/>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274320" indent="-274320" algn="l">
              <a:lnSpc>
                <a:spcPct val="100000"/>
              </a:lnSpc>
              <a:spcBef>
                <a:spcPts val="600"/>
              </a:spcBef>
              <a:spcAft>
                <a:spcPts val="0"/>
              </a:spcAft>
              <a:buClr>
                <a:schemeClr val="accent1"/>
              </a:buClr>
              <a:buSzPct val="70000"/>
              <a:buFont typeface="Wingdings" charset="0"/>
              <a:buChar char="Ø"/>
            </a:pPr>
            <a:endParaRPr lang="en-US" altLang="zh-CN" sz="2000" b="0" i="0" u="none" strike="noStrike" kern="1200" cap="none" spc="0" baseline="0" dirty="0">
              <a:solidFill>
                <a:schemeClr val="tx1"/>
              </a:solidFill>
              <a:latin typeface="Times New Roman" pitchFamily="18" charset="0"/>
              <a:ea typeface="宋体" charset="0"/>
              <a:cs typeface="Times New Roman" pitchFamily="18" charset="0"/>
            </a:endParaRPr>
          </a:p>
          <a:p>
            <a:pPr marL="274320" indent="-274320" algn="l">
              <a:lnSpc>
                <a:spcPct val="100000"/>
              </a:lnSpc>
              <a:spcBef>
                <a:spcPts val="600"/>
              </a:spcBef>
              <a:spcAft>
                <a:spcPts val="0"/>
              </a:spcAft>
              <a:buClr>
                <a:schemeClr val="accent1"/>
              </a:buClr>
              <a:buSzPct val="70000"/>
              <a:buFont typeface="Wingdings" charset="0"/>
              <a:buChar char="Ø"/>
            </a:pPr>
            <a:r>
              <a:rPr lang="en-US" altLang="zh-CN" sz="2000" b="0" i="0" u="none" strike="noStrike" kern="1200" cap="none" spc="0" baseline="0" dirty="0">
                <a:solidFill>
                  <a:schemeClr val="tx1"/>
                </a:solidFill>
                <a:latin typeface="Times New Roman" pitchFamily="18" charset="0"/>
                <a:ea typeface="宋体" charset="0"/>
                <a:cs typeface="Times New Roman" pitchFamily="18" charset="0"/>
              </a:rPr>
              <a:t> Introduction  </a:t>
            </a:r>
          </a:p>
          <a:p>
            <a:pPr marL="274320" indent="-274320" algn="l">
              <a:lnSpc>
                <a:spcPct val="100000"/>
              </a:lnSpc>
              <a:spcBef>
                <a:spcPts val="600"/>
              </a:spcBef>
              <a:spcAft>
                <a:spcPts val="0"/>
              </a:spcAft>
              <a:buClr>
                <a:schemeClr val="accent1"/>
              </a:buClr>
              <a:buSzPct val="70000"/>
              <a:buFont typeface="Wingdings" charset="0"/>
              <a:buChar char="Ø"/>
            </a:pPr>
            <a:r>
              <a:rPr lang="en-US" altLang="zh-CN" sz="2000" b="0" i="0" u="none" strike="noStrike" kern="1200" cap="none" spc="0" baseline="0" dirty="0">
                <a:solidFill>
                  <a:schemeClr val="tx1"/>
                </a:solidFill>
                <a:latin typeface="Times New Roman" pitchFamily="18" charset="0"/>
                <a:ea typeface="宋体" charset="0"/>
                <a:cs typeface="Times New Roman" pitchFamily="18" charset="0"/>
              </a:rPr>
              <a:t>Objective of the Project</a:t>
            </a:r>
          </a:p>
          <a:p>
            <a:pPr marL="274320" indent="-274320" algn="l">
              <a:lnSpc>
                <a:spcPct val="100000"/>
              </a:lnSpc>
              <a:spcBef>
                <a:spcPts val="600"/>
              </a:spcBef>
              <a:spcAft>
                <a:spcPts val="0"/>
              </a:spcAft>
              <a:buClr>
                <a:schemeClr val="accent1"/>
              </a:buClr>
              <a:buSzPct val="70000"/>
              <a:buFont typeface="Wingdings" charset="0"/>
              <a:buChar char="Ø"/>
            </a:pPr>
            <a:r>
              <a:rPr lang="en-US" altLang="zh-CN" sz="2000" b="0" i="0" u="none" strike="noStrike" kern="1200" cap="none" spc="0" baseline="0" dirty="0">
                <a:solidFill>
                  <a:schemeClr val="tx1"/>
                </a:solidFill>
                <a:latin typeface="Times New Roman" pitchFamily="18" charset="0"/>
                <a:ea typeface="宋体" charset="0"/>
                <a:cs typeface="Times New Roman" pitchFamily="18" charset="0"/>
              </a:rPr>
              <a:t>Block Diagram</a:t>
            </a:r>
          </a:p>
          <a:p>
            <a:pPr marL="274320" indent="-274320" algn="l">
              <a:lnSpc>
                <a:spcPct val="100000"/>
              </a:lnSpc>
              <a:spcBef>
                <a:spcPts val="600"/>
              </a:spcBef>
              <a:spcAft>
                <a:spcPts val="0"/>
              </a:spcAft>
              <a:buClr>
                <a:schemeClr val="accent1"/>
              </a:buClr>
              <a:buSzPct val="70000"/>
              <a:buFont typeface="Wingdings" charset="0"/>
              <a:buChar char="Ø"/>
            </a:pPr>
            <a:r>
              <a:rPr lang="en-US" altLang="zh-CN" sz="2000" b="0" i="0" u="none" strike="noStrike" kern="1200" cap="none" spc="0" baseline="0" dirty="0">
                <a:solidFill>
                  <a:schemeClr val="tx1"/>
                </a:solidFill>
                <a:latin typeface="Times New Roman" pitchFamily="18" charset="0"/>
                <a:ea typeface="宋体" charset="0"/>
                <a:cs typeface="Times New Roman" pitchFamily="18" charset="0"/>
              </a:rPr>
              <a:t>Components</a:t>
            </a:r>
          </a:p>
          <a:p>
            <a:pPr marL="274320" indent="-274320" algn="l">
              <a:lnSpc>
                <a:spcPct val="100000"/>
              </a:lnSpc>
              <a:spcBef>
                <a:spcPts val="600"/>
              </a:spcBef>
              <a:spcAft>
                <a:spcPts val="0"/>
              </a:spcAft>
              <a:buClr>
                <a:schemeClr val="accent1"/>
              </a:buClr>
              <a:buSzPct val="70000"/>
              <a:buFont typeface="Wingdings" charset="0"/>
              <a:buChar char="Ø"/>
            </a:pPr>
            <a:r>
              <a:rPr lang="en-US" altLang="zh-CN" sz="2000" b="0" i="0" u="none" strike="noStrike" kern="1200" cap="none" spc="0" baseline="0" dirty="0">
                <a:solidFill>
                  <a:schemeClr val="tx1"/>
                </a:solidFill>
                <a:latin typeface="Times New Roman" pitchFamily="18" charset="0"/>
                <a:ea typeface="宋体" charset="0"/>
                <a:cs typeface="Times New Roman" pitchFamily="18" charset="0"/>
              </a:rPr>
              <a:t>Literature Survey</a:t>
            </a:r>
          </a:p>
          <a:p>
            <a:pPr marL="274320" indent="-274320" algn="l">
              <a:lnSpc>
                <a:spcPct val="100000"/>
              </a:lnSpc>
              <a:spcBef>
                <a:spcPts val="600"/>
              </a:spcBef>
              <a:spcAft>
                <a:spcPts val="0"/>
              </a:spcAft>
              <a:buClr>
                <a:schemeClr val="accent1"/>
              </a:buClr>
              <a:buSzPct val="70000"/>
              <a:buFont typeface="Wingdings" charset="0"/>
              <a:buChar char="Ø"/>
            </a:pPr>
            <a:r>
              <a:rPr lang="en-US" altLang="zh-CN" sz="2000" dirty="0">
                <a:latin typeface="Times New Roman" pitchFamily="18" charset="0"/>
                <a:cs typeface="Times New Roman" pitchFamily="18" charset="0"/>
              </a:rPr>
              <a:t>Existing Methods</a:t>
            </a:r>
          </a:p>
          <a:p>
            <a:pPr marL="274320" indent="-274320" algn="l">
              <a:lnSpc>
                <a:spcPct val="100000"/>
              </a:lnSpc>
              <a:spcBef>
                <a:spcPts val="600"/>
              </a:spcBef>
              <a:spcAft>
                <a:spcPts val="0"/>
              </a:spcAft>
              <a:buClr>
                <a:schemeClr val="accent1"/>
              </a:buClr>
              <a:buSzPct val="70000"/>
              <a:buFont typeface="Wingdings" charset="0"/>
              <a:buChar char="Ø"/>
            </a:pPr>
            <a:r>
              <a:rPr lang="en-US" altLang="zh-CN" sz="2000" b="0" i="0" u="none" strike="noStrike" kern="1200" cap="none" spc="0" baseline="0" dirty="0">
                <a:solidFill>
                  <a:schemeClr val="tx1"/>
                </a:solidFill>
                <a:latin typeface="Times New Roman" pitchFamily="18" charset="0"/>
                <a:ea typeface="宋体" charset="0"/>
                <a:cs typeface="Times New Roman" pitchFamily="18" charset="0"/>
              </a:rPr>
              <a:t>Pro</a:t>
            </a:r>
            <a:r>
              <a:rPr lang="en-US" altLang="zh-CN" sz="2000" dirty="0">
                <a:latin typeface="Times New Roman" pitchFamily="18" charset="0"/>
                <a:cs typeface="Times New Roman" pitchFamily="18" charset="0"/>
              </a:rPr>
              <a:t>posed Methods</a:t>
            </a:r>
          </a:p>
          <a:p>
            <a:pPr marL="274320" indent="-274320" algn="l">
              <a:lnSpc>
                <a:spcPct val="100000"/>
              </a:lnSpc>
              <a:spcBef>
                <a:spcPts val="600"/>
              </a:spcBef>
              <a:spcAft>
                <a:spcPts val="0"/>
              </a:spcAft>
              <a:buClr>
                <a:schemeClr val="accent1"/>
              </a:buClr>
              <a:buSzPct val="70000"/>
              <a:buFont typeface="Wingdings" charset="0"/>
              <a:buChar char="Ø"/>
            </a:pPr>
            <a:r>
              <a:rPr lang="en-US" altLang="zh-CN" sz="2000" b="0" i="0" u="none" strike="noStrike" kern="1200" cap="none" spc="0" baseline="0" dirty="0">
                <a:solidFill>
                  <a:schemeClr val="tx1"/>
                </a:solidFill>
                <a:latin typeface="Times New Roman" pitchFamily="18" charset="0"/>
                <a:ea typeface="宋体" charset="0"/>
                <a:cs typeface="Times New Roman" pitchFamily="18" charset="0"/>
              </a:rPr>
              <a:t>Software Requirements</a:t>
            </a:r>
          </a:p>
          <a:p>
            <a:pPr marL="274320" indent="-274320" algn="l">
              <a:lnSpc>
                <a:spcPct val="100000"/>
              </a:lnSpc>
              <a:spcBef>
                <a:spcPts val="600"/>
              </a:spcBef>
              <a:spcAft>
                <a:spcPts val="0"/>
              </a:spcAft>
              <a:buClr>
                <a:schemeClr val="accent1"/>
              </a:buClr>
              <a:buSzPct val="70000"/>
              <a:buFont typeface="Wingdings" charset="0"/>
              <a:buChar char="Ø"/>
            </a:pPr>
            <a:r>
              <a:rPr lang="en-US" altLang="zh-CN" sz="2000" dirty="0">
                <a:latin typeface="Times New Roman" pitchFamily="18" charset="0"/>
                <a:cs typeface="Times New Roman" pitchFamily="18" charset="0"/>
              </a:rPr>
              <a:t>Partial Results</a:t>
            </a:r>
            <a:endParaRPr lang="en-US" altLang="zh-CN" sz="2000" b="0" i="0" u="none" strike="noStrike" kern="1200" cap="none" spc="0" baseline="0" dirty="0">
              <a:solidFill>
                <a:schemeClr val="tx1"/>
              </a:solidFill>
              <a:latin typeface="Times New Roman" pitchFamily="18" charset="0"/>
              <a:ea typeface="宋体" charset="0"/>
              <a:cs typeface="Times New Roman" pitchFamily="18" charset="0"/>
            </a:endParaRPr>
          </a:p>
          <a:p>
            <a:pPr marL="274320" indent="-274320" algn="l">
              <a:lnSpc>
                <a:spcPct val="100000"/>
              </a:lnSpc>
              <a:spcBef>
                <a:spcPts val="600"/>
              </a:spcBef>
              <a:spcAft>
                <a:spcPts val="0"/>
              </a:spcAft>
              <a:buClr>
                <a:schemeClr val="accent1"/>
              </a:buClr>
              <a:buSzPct val="70000"/>
              <a:buFont typeface="Wingdings" charset="0"/>
              <a:buChar char="Ø"/>
            </a:pPr>
            <a:r>
              <a:rPr lang="en-US" altLang="zh-CN" sz="2000" b="0" i="0" u="none" strike="noStrike" kern="1200" cap="none" spc="0" baseline="0" dirty="0">
                <a:solidFill>
                  <a:schemeClr val="tx1"/>
                </a:solidFill>
                <a:latin typeface="Times New Roman" pitchFamily="18" charset="0"/>
                <a:ea typeface="宋体" charset="0"/>
                <a:cs typeface="Times New Roman" pitchFamily="18" charset="0"/>
                <a:sym typeface="宋体" charset="0"/>
              </a:rPr>
              <a:t>References</a:t>
            </a:r>
            <a:endParaRPr lang="en-US" altLang="zh-CN" sz="2000" b="0" i="0" u="none" strike="noStrike" kern="1200" cap="none" spc="0" baseline="0" dirty="0">
              <a:solidFill>
                <a:schemeClr val="tx1"/>
              </a:solidFill>
              <a:latin typeface="Times New Roman" pitchFamily="18" charset="0"/>
              <a:ea typeface="宋体" charset="0"/>
              <a:cs typeface="Times New Roman" pitchFamily="18" charset="0"/>
            </a:endParaRPr>
          </a:p>
          <a:p>
            <a:pPr marL="274320" indent="-274320" algn="l">
              <a:lnSpc>
                <a:spcPct val="100000"/>
              </a:lnSpc>
              <a:spcBef>
                <a:spcPts val="600"/>
              </a:spcBef>
              <a:spcAft>
                <a:spcPts val="0"/>
              </a:spcAft>
              <a:buClr>
                <a:schemeClr val="accent1"/>
              </a:buClr>
              <a:buSzPct val="70000"/>
              <a:buFont typeface="Wingdings" charset="0"/>
              <a:buChar char="Ø"/>
            </a:pPr>
            <a:endParaRPr lang="en-US" altLang="zh-CN" sz="2400" b="0" i="0" u="none" strike="noStrike" kern="1200" cap="none" spc="0" baseline="0" dirty="0">
              <a:solidFill>
                <a:schemeClr val="tx1"/>
              </a:solidFill>
              <a:latin typeface="Calibri" charset="0"/>
              <a:ea typeface="宋体" charset="0"/>
              <a:cs typeface="Calibri" charset="0"/>
            </a:endParaRPr>
          </a:p>
          <a:p>
            <a:pPr marL="0" indent="0" algn="l">
              <a:lnSpc>
                <a:spcPct val="100000"/>
              </a:lnSpc>
              <a:spcBef>
                <a:spcPts val="600"/>
              </a:spcBef>
              <a:spcAft>
                <a:spcPts val="0"/>
              </a:spcAft>
              <a:buNone/>
            </a:pPr>
            <a:r>
              <a:rPr lang="en-US" altLang="zh-CN" sz="2400" b="0" i="0" u="none" strike="noStrike" kern="1200" cap="none" spc="0" baseline="0" dirty="0">
                <a:solidFill>
                  <a:schemeClr val="tx1"/>
                </a:solidFill>
                <a:latin typeface="Calibri" charset="0"/>
                <a:ea typeface="宋体" charset="0"/>
                <a:cs typeface="Calibri" charset="0"/>
                <a:sym typeface="宋体" charset="0"/>
              </a:rPr>
              <a:t> </a:t>
            </a:r>
            <a:endParaRPr lang="en-US" altLang="zh-CN" sz="2400" b="0" i="0" u="none" strike="noStrike" kern="1200" cap="none" spc="0" baseline="0" dirty="0">
              <a:solidFill>
                <a:schemeClr val="tx1"/>
              </a:solidFill>
              <a:latin typeface="Calibri" charset="0"/>
              <a:ea typeface="宋体" charset="0"/>
              <a:cs typeface="Calibri" charset="0"/>
            </a:endParaRPr>
          </a:p>
          <a:p>
            <a:pPr marL="0" indent="0" algn="l">
              <a:lnSpc>
                <a:spcPct val="100000"/>
              </a:lnSpc>
              <a:spcBef>
                <a:spcPts val="600"/>
              </a:spcBef>
              <a:spcAft>
                <a:spcPts val="0"/>
              </a:spcAft>
              <a:buNone/>
            </a:pPr>
            <a:r>
              <a:rPr lang="en-US" altLang="zh-CN" sz="2400" b="1" i="0" u="none" strike="noStrike" kern="1200" cap="none" spc="0" baseline="0" dirty="0">
                <a:solidFill>
                  <a:schemeClr val="tx1"/>
                </a:solidFill>
                <a:latin typeface="Calibri" charset="0"/>
                <a:ea typeface="宋体" charset="0"/>
                <a:cs typeface="Calibri" charset="0"/>
              </a:rPr>
              <a:t>                           </a:t>
            </a:r>
            <a:r>
              <a:rPr lang="en-US" altLang="zh-CN" sz="2400" b="1" i="0" u="none" strike="noStrike" kern="1200" cap="none" spc="0" baseline="0" dirty="0">
                <a:solidFill>
                  <a:schemeClr val="tx1"/>
                </a:solidFill>
                <a:latin typeface="Century Schoolbook" charset="0"/>
                <a:ea typeface="宋体" charset="0"/>
                <a:cs typeface="Lucida Sans" charset="0"/>
              </a:rPr>
              <a:t>             </a:t>
            </a:r>
          </a:p>
          <a:p>
            <a:pPr marL="0" indent="0" algn="l">
              <a:lnSpc>
                <a:spcPct val="100000"/>
              </a:lnSpc>
              <a:spcBef>
                <a:spcPts val="600"/>
              </a:spcBef>
              <a:spcAft>
                <a:spcPts val="0"/>
              </a:spcAft>
              <a:buNone/>
            </a:pPr>
            <a:r>
              <a:rPr lang="en-US" altLang="zh-CN" sz="2400" b="1" i="0" u="none" strike="noStrike" kern="1200" cap="none" spc="0" baseline="0" dirty="0">
                <a:solidFill>
                  <a:schemeClr val="tx1"/>
                </a:solidFill>
                <a:latin typeface="Century Schoolbook" charset="0"/>
                <a:ea typeface="宋体" charset="0"/>
                <a:cs typeface="Lucida Sans" charset="0"/>
              </a:rPr>
              <a:t>    </a:t>
            </a:r>
            <a:endParaRPr lang="zh-CN" altLang="en-US" sz="2400" b="1" i="0" u="none" strike="noStrike" kern="1200" cap="none" spc="0" baseline="0" dirty="0">
              <a:solidFill>
                <a:schemeClr val="tx1"/>
              </a:solidFill>
              <a:latin typeface="Century Schoolbook" charset="0"/>
              <a:ea typeface="宋体" charset="0"/>
              <a:cs typeface="Lucida Sans" charset="0"/>
            </a:endParaRPr>
          </a:p>
        </p:txBody>
      </p:sp>
    </p:spTree>
    <p:extLst>
      <p:ext uri="{BB962C8B-B14F-4D97-AF65-F5344CB8AC3E}">
        <p14:creationId xmlns:p14="http://schemas.microsoft.com/office/powerpoint/2010/main" val="19461875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 name="文本框"/>
          <p:cNvSpPr>
            <a:spLocks noGrp="1"/>
          </p:cNvSpPr>
          <p:nvPr>
            <p:ph type="title"/>
          </p:nvPr>
        </p:nvSpPr>
        <p:spPr>
          <a:xfrm>
            <a:off x="1043608" y="188639"/>
            <a:ext cx="7704856" cy="7920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marL="0" indent="0" algn="ctr">
              <a:lnSpc>
                <a:spcPct val="100000"/>
              </a:lnSpc>
              <a:spcBef>
                <a:spcPts val="0"/>
              </a:spcBef>
              <a:spcAft>
                <a:spcPts val="0"/>
              </a:spcAft>
              <a:buNone/>
            </a:pPr>
            <a:r>
              <a:rPr lang="en-US" altLang="zh-CN" sz="3000" b="0" i="0" u="none" strike="noStrike" kern="1200" cap="small" spc="0" baseline="0">
                <a:solidFill>
                  <a:schemeClr val="tx1"/>
                </a:solidFill>
                <a:latin typeface="Times New Roman" pitchFamily="18" charset="0"/>
                <a:ea typeface="华文楷体" charset="0"/>
                <a:cs typeface="Times New Roman" pitchFamily="18" charset="0"/>
              </a:rPr>
              <a:t>Introduction</a:t>
            </a:r>
            <a:endParaRPr lang="zh-CN" altLang="en-US" sz="3000" b="0" i="0" u="none" strike="noStrike" kern="1200" cap="small" spc="0" baseline="0">
              <a:solidFill>
                <a:schemeClr val="tx1"/>
              </a:solidFill>
              <a:latin typeface="Times New Roman" pitchFamily="18" charset="0"/>
              <a:ea typeface="华文楷体" charset="0"/>
              <a:cs typeface="Times New Roman" pitchFamily="18" charset="0"/>
            </a:endParaRPr>
          </a:p>
        </p:txBody>
      </p:sp>
      <p:sp>
        <p:nvSpPr>
          <p:cNvPr id="40" name="文本框"/>
          <p:cNvSpPr>
            <a:spLocks noGrp="1"/>
          </p:cNvSpPr>
          <p:nvPr>
            <p:ph type="body" idx="1"/>
          </p:nvPr>
        </p:nvSpPr>
        <p:spPr>
          <a:xfrm>
            <a:off x="467544" y="980728"/>
            <a:ext cx="8424936" cy="5544616"/>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274320" indent="-274320" algn="just">
              <a:lnSpc>
                <a:spcPct val="100000"/>
              </a:lnSpc>
              <a:spcBef>
                <a:spcPts val="600"/>
              </a:spcBef>
              <a:spcAft>
                <a:spcPts val="0"/>
              </a:spcAft>
              <a:buClr>
                <a:schemeClr val="accent1"/>
              </a:buClr>
              <a:buSzPct val="70000"/>
              <a:buFont typeface="Wingdings" charset="0"/>
              <a:buChar char=""/>
            </a:pPr>
            <a:r>
              <a:rPr lang="en-US" altLang="zh-CN" sz="2400" b="1" i="0" u="none" strike="noStrike" kern="1200" cap="none" spc="0" baseline="0">
                <a:solidFill>
                  <a:schemeClr val="tx1"/>
                </a:solidFill>
                <a:latin typeface="Times New Roman" pitchFamily="18" charset="0"/>
                <a:ea typeface="宋体" charset="0"/>
                <a:cs typeface="Times New Roman" pitchFamily="18" charset="0"/>
              </a:rPr>
              <a:t>What is an IOT ? </a:t>
            </a:r>
          </a:p>
          <a:p>
            <a:pPr marL="274320" indent="-274320" algn="l">
              <a:lnSpc>
                <a:spcPct val="100000"/>
              </a:lnSpc>
              <a:spcBef>
                <a:spcPts val="600"/>
              </a:spcBef>
              <a:spcAft>
                <a:spcPts val="0"/>
              </a:spcAft>
              <a:buClr>
                <a:schemeClr val="accent1"/>
              </a:buClr>
              <a:buSzPct val="70000"/>
              <a:buFont typeface="Wingdings" charset="0"/>
              <a:buChar char="Ø"/>
            </a:pPr>
            <a:r>
              <a:rPr lang="en-US" altLang="zh-CN" sz="1600" b="0" i="0" u="none" strike="noStrike" kern="1200" cap="none" spc="0" baseline="0">
                <a:solidFill>
                  <a:schemeClr val="tx1"/>
                </a:solidFill>
                <a:latin typeface="Arial" pitchFamily="34" charset="0"/>
                <a:ea typeface="宋体" charset="0"/>
                <a:cs typeface="Arial" pitchFamily="34" charset="0"/>
              </a:rPr>
              <a:t>IoT (Internet of Things) is a dynamic innovation with a powerful impact on today’s world which can make human life simple and effortless. </a:t>
            </a:r>
          </a:p>
          <a:p>
            <a:pPr marL="274320" indent="-274320" algn="l">
              <a:lnSpc>
                <a:spcPct val="100000"/>
              </a:lnSpc>
              <a:spcBef>
                <a:spcPts val="600"/>
              </a:spcBef>
              <a:spcAft>
                <a:spcPts val="0"/>
              </a:spcAft>
              <a:buClr>
                <a:schemeClr val="accent1"/>
              </a:buClr>
              <a:buSzPct val="70000"/>
              <a:buFont typeface="Wingdings" charset="0"/>
              <a:buChar char="Ø"/>
            </a:pPr>
            <a:r>
              <a:rPr lang="en-US" altLang="zh-CN" sz="1600" b="0" i="0" u="none" strike="noStrike" kern="1200" cap="none" spc="0" baseline="0">
                <a:solidFill>
                  <a:schemeClr val="tx1"/>
                </a:solidFill>
                <a:latin typeface="Arial" pitchFamily="34" charset="0"/>
                <a:ea typeface="宋体" charset="0"/>
                <a:cs typeface="Arial" pitchFamily="34" charset="0"/>
              </a:rPr>
              <a:t>The scope of this field is limitless and has emerged as a winner in various areas ranging from Medicine, Engineering, Computer Science, Space and Technology, Automobiles and so on.</a:t>
            </a:r>
          </a:p>
          <a:p>
            <a:pPr marL="274320" indent="-274320" algn="l">
              <a:lnSpc>
                <a:spcPct val="100000"/>
              </a:lnSpc>
              <a:spcBef>
                <a:spcPts val="600"/>
              </a:spcBef>
              <a:spcAft>
                <a:spcPts val="0"/>
              </a:spcAft>
              <a:buClr>
                <a:schemeClr val="accent1"/>
              </a:buClr>
              <a:buSzPct val="70000"/>
              <a:buFont typeface="Wingdings" charset="0"/>
              <a:buChar char="Ø"/>
            </a:pPr>
            <a:r>
              <a:rPr lang="en-US" altLang="zh-CN" sz="1600" b="0" i="0" u="none" strike="noStrike" kern="1200" cap="none" spc="0" baseline="0">
                <a:solidFill>
                  <a:schemeClr val="tx1"/>
                </a:solidFill>
                <a:latin typeface="Arial" pitchFamily="34" charset="0"/>
                <a:ea typeface="宋体" charset="0"/>
                <a:cs typeface="Arial" pitchFamily="34" charset="0"/>
              </a:rPr>
              <a:t>The center of purpose is utilizing IoT based technology in accomplishing automation for classrooms.</a:t>
            </a:r>
            <a:endParaRPr lang="zh-CN" altLang="en-US" sz="1600" b="0" i="0" u="none" strike="noStrike" kern="1200" cap="none" spc="0" baseline="0">
              <a:solidFill>
                <a:schemeClr val="tx1"/>
              </a:solidFill>
              <a:latin typeface="Arial" pitchFamily="34" charset="0"/>
              <a:ea typeface="宋体" charset="0"/>
              <a:cs typeface="Arial" pitchFamily="34" charset="0"/>
            </a:endParaRPr>
          </a:p>
        </p:txBody>
      </p:sp>
      <p:pic>
        <p:nvPicPr>
          <p:cNvPr id="41" name="图片"/>
          <p:cNvPicPr>
            <a:picLocks noChangeAspect="1"/>
          </p:cNvPicPr>
          <p:nvPr/>
        </p:nvPicPr>
        <p:blipFill>
          <a:blip r:embed="rId3" cstate="print"/>
          <a:stretch>
            <a:fillRect/>
          </a:stretch>
        </p:blipFill>
        <p:spPr>
          <a:xfrm>
            <a:off x="2091464" y="3463776"/>
            <a:ext cx="5177097" cy="3008312"/>
          </a:xfrm>
          <a:prstGeom prst="rect">
            <a:avLst/>
          </a:prstGeom>
          <a:noFill/>
          <a:ln w="12700" cap="flat" cmpd="sng">
            <a:noFill/>
            <a:prstDash val="solid"/>
            <a:miter/>
          </a:ln>
        </p:spPr>
      </p:pic>
    </p:spTree>
    <p:extLst>
      <p:ext uri="{BB962C8B-B14F-4D97-AF65-F5344CB8AC3E}">
        <p14:creationId xmlns:p14="http://schemas.microsoft.com/office/powerpoint/2010/main" val="18321736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 name="文本框"/>
          <p:cNvSpPr>
            <a:spLocks noGrp="1"/>
          </p:cNvSpPr>
          <p:nvPr>
            <p:ph type="title"/>
          </p:nvPr>
        </p:nvSpPr>
        <p:spPr>
          <a:xfrm>
            <a:off x="609599" y="116632"/>
            <a:ext cx="8282881" cy="576064"/>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marL="0" indent="0" algn="ctr">
              <a:lnSpc>
                <a:spcPct val="100000"/>
              </a:lnSpc>
              <a:spcBef>
                <a:spcPts val="0"/>
              </a:spcBef>
              <a:spcAft>
                <a:spcPts val="0"/>
              </a:spcAft>
              <a:buNone/>
            </a:pPr>
            <a:r>
              <a:rPr lang="en-US" altLang="zh-CN" sz="3000" b="0" i="0" u="none" strike="noStrike" kern="1200" cap="small" spc="0" baseline="0">
                <a:solidFill>
                  <a:schemeClr val="tx1"/>
                </a:solidFill>
                <a:latin typeface="Times New Roman" pitchFamily="18" charset="0"/>
                <a:ea typeface="华文楷体" charset="0"/>
                <a:cs typeface="Times New Roman" pitchFamily="18" charset="0"/>
              </a:rPr>
              <a:t>Introduction cont..</a:t>
            </a:r>
            <a:endParaRPr lang="zh-CN" altLang="en-US" sz="3000" b="0" i="0" u="none" strike="noStrike" kern="1200" cap="small" spc="0" baseline="0">
              <a:solidFill>
                <a:schemeClr val="tx2"/>
              </a:solidFill>
              <a:latin typeface="Century Schoolbook" charset="0"/>
              <a:ea typeface="华文楷体" charset="0"/>
              <a:cs typeface="Lucida Sans" charset="0"/>
            </a:endParaRPr>
          </a:p>
        </p:txBody>
      </p:sp>
      <p:sp>
        <p:nvSpPr>
          <p:cNvPr id="45" name="文本框"/>
          <p:cNvSpPr>
            <a:spLocks noGrp="1"/>
          </p:cNvSpPr>
          <p:nvPr>
            <p:ph type="body" idx="1"/>
          </p:nvPr>
        </p:nvSpPr>
        <p:spPr>
          <a:xfrm>
            <a:off x="107505" y="980728"/>
            <a:ext cx="8568952" cy="5060635"/>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274320" indent="-274320" algn="just">
              <a:lnSpc>
                <a:spcPct val="100000"/>
              </a:lnSpc>
              <a:spcBef>
                <a:spcPts val="600"/>
              </a:spcBef>
              <a:spcAft>
                <a:spcPts val="0"/>
              </a:spcAft>
              <a:buClr>
                <a:schemeClr val="accent1"/>
              </a:buClr>
              <a:buSzPct val="70000"/>
              <a:buFont typeface="Wingdings" charset="0"/>
              <a:buChar char="q"/>
            </a:pPr>
            <a:r>
              <a:rPr lang="en-US" altLang="zh-CN" sz="2400" b="1" i="0" u="none" strike="noStrike" kern="1200" cap="none" spc="0" baseline="0">
                <a:solidFill>
                  <a:schemeClr val="tx1"/>
                </a:solidFill>
                <a:latin typeface="Times New Roman" pitchFamily="18" charset="0"/>
                <a:ea typeface="宋体" charset="0"/>
                <a:cs typeface="Times New Roman" pitchFamily="18" charset="0"/>
              </a:rPr>
              <a:t>Intelligent Classroom :</a:t>
            </a:r>
          </a:p>
          <a:p>
            <a:pPr marL="274320" indent="-274320" algn="just">
              <a:lnSpc>
                <a:spcPct val="100000"/>
              </a:lnSpc>
              <a:spcBef>
                <a:spcPts val="600"/>
              </a:spcBef>
              <a:spcAft>
                <a:spcPts val="0"/>
              </a:spcAft>
              <a:buClr>
                <a:schemeClr val="accent1"/>
              </a:buClr>
              <a:buSzPct val="70000"/>
              <a:buFont typeface="Wingdings" charset="0"/>
              <a:buChar char="Ø"/>
            </a:pPr>
            <a:r>
              <a:rPr lang="en-US" altLang="zh-CN" sz="2000" b="0" i="0" u="none" strike="noStrike" kern="1200" cap="none" spc="0" baseline="0">
                <a:solidFill>
                  <a:schemeClr val="tx1"/>
                </a:solidFill>
                <a:latin typeface="Times New Roman" pitchFamily="18" charset="0"/>
                <a:ea typeface="宋体" charset="0"/>
                <a:cs typeface="Times New Roman" pitchFamily="18" charset="0"/>
              </a:rPr>
              <a:t>We propose an approach to control and manage electrical equipments such as fans and lights based on human presence. </a:t>
            </a:r>
          </a:p>
          <a:p>
            <a:pPr marL="274320" indent="-274320" algn="just">
              <a:lnSpc>
                <a:spcPct val="100000"/>
              </a:lnSpc>
              <a:spcBef>
                <a:spcPts val="600"/>
              </a:spcBef>
              <a:spcAft>
                <a:spcPts val="0"/>
              </a:spcAft>
              <a:buClr>
                <a:schemeClr val="accent1"/>
              </a:buClr>
              <a:buSzPct val="70000"/>
              <a:buFont typeface="Wingdings" charset="0"/>
              <a:buChar char="Ø"/>
            </a:pPr>
            <a:r>
              <a:rPr lang="en-US" altLang="zh-CN" sz="2000" b="0" i="0" u="none" strike="noStrike" kern="1200" cap="none" spc="0" baseline="0">
                <a:solidFill>
                  <a:schemeClr val="tx1"/>
                </a:solidFill>
                <a:latin typeface="Times New Roman" pitchFamily="18" charset="0"/>
                <a:ea typeface="宋体" charset="0"/>
                <a:cs typeface="Times New Roman" pitchFamily="18" charset="0"/>
              </a:rPr>
              <a:t>Our focus is towards building a solution which could help in reducing overutilization of energy. </a:t>
            </a:r>
          </a:p>
          <a:p>
            <a:pPr marL="274320" indent="-274320" algn="just">
              <a:lnSpc>
                <a:spcPct val="100000"/>
              </a:lnSpc>
              <a:spcBef>
                <a:spcPts val="600"/>
              </a:spcBef>
              <a:spcAft>
                <a:spcPts val="0"/>
              </a:spcAft>
              <a:buClr>
                <a:schemeClr val="accent1"/>
              </a:buClr>
              <a:buSzPct val="70000"/>
              <a:buFont typeface="Wingdings" charset="0"/>
              <a:buChar char="Ø"/>
            </a:pPr>
            <a:r>
              <a:rPr lang="en-US" altLang="zh-CN" sz="2000" b="0" i="0" u="none" strike="noStrike" kern="1200" cap="none" spc="0" baseline="0">
                <a:solidFill>
                  <a:schemeClr val="tx1"/>
                </a:solidFill>
                <a:latin typeface="Times New Roman" pitchFamily="18" charset="0"/>
                <a:ea typeface="宋体" charset="0"/>
                <a:cs typeface="Times New Roman" pitchFamily="18" charset="0"/>
              </a:rPr>
              <a:t>A camera is used for recognizing the presence of people in the classroom and for analyzing their seating position. Here a classroom is divided into two segments. Whenever a human presence is detected in a particular segment then the light and fan will be switched ON. </a:t>
            </a:r>
          </a:p>
          <a:p>
            <a:pPr marL="274320" indent="-274320" algn="just">
              <a:lnSpc>
                <a:spcPct val="100000"/>
              </a:lnSpc>
              <a:spcBef>
                <a:spcPts val="600"/>
              </a:spcBef>
              <a:spcAft>
                <a:spcPts val="0"/>
              </a:spcAft>
              <a:buClr>
                <a:schemeClr val="accent1"/>
              </a:buClr>
              <a:buSzPct val="70000"/>
              <a:buFont typeface="Wingdings" charset="0"/>
              <a:buChar char="Ø"/>
            </a:pPr>
            <a:r>
              <a:rPr lang="en-US" altLang="zh-CN" sz="2000" b="0" i="0" u="none" strike="noStrike" kern="1200" cap="none" spc="0" baseline="0">
                <a:solidFill>
                  <a:schemeClr val="tx1"/>
                </a:solidFill>
                <a:latin typeface="Times New Roman" pitchFamily="18" charset="0"/>
                <a:ea typeface="宋体" charset="0"/>
                <a:cs typeface="Times New Roman" pitchFamily="18" charset="0"/>
              </a:rPr>
              <a:t>The reasonable objective of this paper is how to build up a smart classroom where we can automate the electrical equipments with a focus towards energy conservation</a:t>
            </a:r>
          </a:p>
          <a:p>
            <a:pPr marL="274320" indent="-274320" algn="l">
              <a:lnSpc>
                <a:spcPct val="100000"/>
              </a:lnSpc>
              <a:spcBef>
                <a:spcPts val="600"/>
              </a:spcBef>
              <a:spcAft>
                <a:spcPts val="0"/>
              </a:spcAft>
              <a:buClr>
                <a:schemeClr val="accent1"/>
              </a:buClr>
              <a:buSzPct val="70000"/>
              <a:buFont typeface="Wingdings" charset="0"/>
              <a:buChar char=""/>
            </a:pPr>
            <a:endParaRPr lang="zh-CN" altLang="en-US" sz="2400" b="0" i="0" u="none" strike="noStrike" kern="1200" cap="none" spc="0" baseline="0">
              <a:solidFill>
                <a:schemeClr val="tx1"/>
              </a:solidFill>
              <a:latin typeface="Century Schoolbook" charset="0"/>
              <a:ea typeface="宋体" charset="0"/>
              <a:cs typeface="Lucida Sans" charset="0"/>
            </a:endParaRPr>
          </a:p>
        </p:txBody>
      </p:sp>
    </p:spTree>
    <p:extLst>
      <p:ext uri="{BB962C8B-B14F-4D97-AF65-F5344CB8AC3E}">
        <p14:creationId xmlns:p14="http://schemas.microsoft.com/office/powerpoint/2010/main" val="14459421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 name="文本框"/>
          <p:cNvSpPr>
            <a:spLocks noGrp="1"/>
          </p:cNvSpPr>
          <p:nvPr>
            <p:ph type="title"/>
          </p:nvPr>
        </p:nvSpPr>
        <p:spPr>
          <a:xfrm>
            <a:off x="609599" y="188639"/>
            <a:ext cx="8066857" cy="864095"/>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marL="0" indent="0" algn="ctr">
              <a:lnSpc>
                <a:spcPct val="100000"/>
              </a:lnSpc>
              <a:spcBef>
                <a:spcPts val="0"/>
              </a:spcBef>
              <a:spcAft>
                <a:spcPts val="0"/>
              </a:spcAft>
              <a:buNone/>
            </a:pPr>
            <a:r>
              <a:rPr lang="en-US" altLang="zh-CN" sz="3000" b="0" i="0" u="none" strike="noStrike" kern="1200" cap="small" spc="0" baseline="0">
                <a:solidFill>
                  <a:schemeClr val="tx1"/>
                </a:solidFill>
                <a:latin typeface="Times New Roman" pitchFamily="18" charset="0"/>
                <a:ea typeface="华文楷体" charset="0"/>
                <a:cs typeface="Times New Roman" pitchFamily="18" charset="0"/>
              </a:rPr>
              <a:t>Objectives of the Project</a:t>
            </a:r>
            <a:endParaRPr lang="zh-CN" altLang="en-US" sz="3000" b="0" i="0" u="none" strike="noStrike" kern="1200" cap="small" spc="0" baseline="0">
              <a:solidFill>
                <a:schemeClr val="tx1"/>
              </a:solidFill>
              <a:latin typeface="Times New Roman" pitchFamily="18" charset="0"/>
              <a:ea typeface="华文楷体" charset="0"/>
              <a:cs typeface="Times New Roman" pitchFamily="18" charset="0"/>
            </a:endParaRPr>
          </a:p>
        </p:txBody>
      </p:sp>
      <p:sp>
        <p:nvSpPr>
          <p:cNvPr id="49" name="文本框"/>
          <p:cNvSpPr>
            <a:spLocks noGrp="1"/>
          </p:cNvSpPr>
          <p:nvPr>
            <p:ph type="body" idx="1"/>
          </p:nvPr>
        </p:nvSpPr>
        <p:spPr>
          <a:xfrm>
            <a:off x="251519" y="1124744"/>
            <a:ext cx="8280920" cy="54006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640080" lvl="1" indent="-274320" algn="l">
              <a:lnSpc>
                <a:spcPct val="100000"/>
              </a:lnSpc>
              <a:spcBef>
                <a:spcPct val="20000"/>
              </a:spcBef>
              <a:spcAft>
                <a:spcPts val="0"/>
              </a:spcAft>
              <a:buClr>
                <a:schemeClr val="accent1"/>
              </a:buClr>
              <a:buSzPct val="80000"/>
              <a:buFont typeface="Wingdings 2" charset="0"/>
              <a:buChar char=""/>
            </a:pPr>
            <a:endParaRPr lang="en-US" altLang="zh-CN" sz="1900" b="0" i="0" u="none" strike="noStrike" kern="1200" cap="none" spc="0" baseline="0" dirty="0">
              <a:solidFill>
                <a:schemeClr val="tx1"/>
              </a:solidFill>
              <a:latin typeface="Century Schoolbook" charset="0"/>
              <a:ea typeface="宋体" charset="0"/>
              <a:cs typeface="Lucida Sans" charset="0"/>
            </a:endParaRPr>
          </a:p>
          <a:p>
            <a:pPr marL="274320" indent="-274320" algn="just">
              <a:lnSpc>
                <a:spcPct val="100000"/>
              </a:lnSpc>
              <a:spcBef>
                <a:spcPts val="600"/>
              </a:spcBef>
              <a:spcAft>
                <a:spcPts val="0"/>
              </a:spcAft>
              <a:buClr>
                <a:schemeClr val="accent1"/>
              </a:buClr>
              <a:buSzPct val="70000"/>
              <a:buFont typeface="Wingdings" charset="0"/>
              <a:buChar char="Ø"/>
            </a:pPr>
            <a:r>
              <a:rPr lang="en-US" altLang="zh-CN" sz="2000" b="1" i="0" u="none" strike="noStrike" kern="1200" cap="none" spc="0" baseline="0" dirty="0">
                <a:solidFill>
                  <a:schemeClr val="tx1"/>
                </a:solidFill>
                <a:latin typeface="Century Schoolbook" charset="0"/>
                <a:ea typeface="宋体" charset="0"/>
                <a:cs typeface="Lucida Sans" charset="0"/>
              </a:rPr>
              <a:t>Make Classroom Management Easier</a:t>
            </a:r>
            <a:r>
              <a:rPr lang="en-US" altLang="zh-CN" sz="2000" b="0" i="0" u="none" strike="noStrike" kern="1200" cap="none" spc="0" baseline="0" dirty="0">
                <a:solidFill>
                  <a:schemeClr val="tx1"/>
                </a:solidFill>
                <a:latin typeface="Century Schoolbook" charset="0"/>
                <a:ea typeface="宋体" charset="0"/>
                <a:cs typeface="Lucida Sans" charset="0"/>
              </a:rPr>
              <a:t>: Computer vision can help teachers with administrative tasks, like tracking</a:t>
            </a:r>
            <a:r>
              <a:rPr lang="en-US" altLang="zh-CN" sz="2000" dirty="0">
                <a:cs typeface="Lucida Sans" charset="0"/>
              </a:rPr>
              <a:t> strength of the class</a:t>
            </a:r>
            <a:r>
              <a:rPr lang="en-US" altLang="zh-CN" sz="2000" b="0" i="0" u="none" strike="noStrike" kern="1200" cap="none" spc="0" baseline="0" dirty="0">
                <a:solidFill>
                  <a:schemeClr val="tx1"/>
                </a:solidFill>
                <a:latin typeface="Century Schoolbook" charset="0"/>
                <a:ea typeface="宋体" charset="0"/>
                <a:cs typeface="Lucida Sans" charset="0"/>
              </a:rPr>
              <a:t>, giving them more time to focus on teaching and supporting students.</a:t>
            </a:r>
          </a:p>
          <a:p>
            <a:pPr marL="274320" indent="-274320" algn="just">
              <a:lnSpc>
                <a:spcPct val="100000"/>
              </a:lnSpc>
              <a:spcBef>
                <a:spcPts val="600"/>
              </a:spcBef>
              <a:spcAft>
                <a:spcPts val="0"/>
              </a:spcAft>
              <a:buClr>
                <a:schemeClr val="accent1"/>
              </a:buClr>
              <a:buSzPct val="70000"/>
              <a:buFont typeface="Wingdings" charset="0"/>
              <a:buChar char="Ø"/>
            </a:pPr>
            <a:r>
              <a:rPr lang="en-US" altLang="zh-CN" sz="2000" b="1" i="0" u="none" strike="noStrike" kern="1200" cap="none" spc="0" baseline="0" dirty="0">
                <a:solidFill>
                  <a:schemeClr val="tx1"/>
                </a:solidFill>
                <a:latin typeface="Century Schoolbook" charset="0"/>
                <a:ea typeface="宋体" charset="0"/>
                <a:cs typeface="Lucida Sans" charset="0"/>
              </a:rPr>
              <a:t>Offer Insights to Teachers</a:t>
            </a:r>
            <a:r>
              <a:rPr lang="en-US" altLang="zh-CN" sz="2000" b="0" i="0" u="none" strike="noStrike" kern="1200" cap="none" spc="0" baseline="0" dirty="0">
                <a:solidFill>
                  <a:schemeClr val="tx1"/>
                </a:solidFill>
                <a:latin typeface="Century Schoolbook" charset="0"/>
                <a:ea typeface="宋体" charset="0"/>
                <a:cs typeface="Lucida Sans" charset="0"/>
              </a:rPr>
              <a:t>: Computer vision  can give teachers valuable insights into how their students are attending, helping them adjust their teaching methods to better meet everyone’s needs.</a:t>
            </a:r>
          </a:p>
          <a:p>
            <a:pPr marL="274320" indent="-274320" algn="just">
              <a:lnSpc>
                <a:spcPct val="100000"/>
              </a:lnSpc>
              <a:spcBef>
                <a:spcPts val="600"/>
              </a:spcBef>
              <a:spcAft>
                <a:spcPts val="0"/>
              </a:spcAft>
              <a:buClr>
                <a:schemeClr val="accent1"/>
              </a:buClr>
              <a:buSzPct val="70000"/>
              <a:buFont typeface="Wingdings" charset="0"/>
              <a:buChar char="Ø"/>
            </a:pPr>
            <a:r>
              <a:rPr lang="en-US" altLang="zh-CN" sz="2000" b="1" i="0" u="none" strike="noStrike" kern="1200" cap="none" spc="0" baseline="0" dirty="0">
                <a:solidFill>
                  <a:schemeClr val="tx1"/>
                </a:solidFill>
                <a:latin typeface="Century Schoolbook" charset="0"/>
                <a:ea typeface="宋体" charset="0"/>
                <a:cs typeface="Lucida Sans" charset="0"/>
              </a:rPr>
              <a:t>Support All Learners</a:t>
            </a:r>
            <a:r>
              <a:rPr lang="en-US" altLang="zh-CN" sz="2000" b="0" i="0" u="none" strike="noStrike" kern="1200" cap="none" spc="0" baseline="0" dirty="0">
                <a:solidFill>
                  <a:schemeClr val="tx1"/>
                </a:solidFill>
                <a:latin typeface="Century Schoolbook" charset="0"/>
                <a:ea typeface="宋体" charset="0"/>
                <a:cs typeface="Lucida Sans" charset="0"/>
              </a:rPr>
              <a:t>: </a:t>
            </a:r>
            <a:r>
              <a:rPr lang="en-US" altLang="zh-CN" sz="2000" dirty="0">
                <a:cs typeface="Lucida Sans" charset="0"/>
              </a:rPr>
              <a:t>By this ,we</a:t>
            </a:r>
            <a:r>
              <a:rPr lang="en-US" altLang="zh-CN" sz="2000" b="0" i="0" u="none" strike="noStrike" kern="1200" cap="none" spc="0" baseline="0" dirty="0">
                <a:solidFill>
                  <a:schemeClr val="tx1"/>
                </a:solidFill>
                <a:latin typeface="Century Schoolbook" charset="0"/>
                <a:ea typeface="宋体" charset="0"/>
                <a:cs typeface="Lucida Sans" charset="0"/>
              </a:rPr>
              <a:t> can make students more discipline while learning, ensuring that everyone has the opportunity to succeed in a supportive and inclusive environment.</a:t>
            </a:r>
          </a:p>
          <a:p>
            <a:pPr marL="274320" indent="-274320" algn="just">
              <a:lnSpc>
                <a:spcPct val="100000"/>
              </a:lnSpc>
              <a:spcBef>
                <a:spcPts val="600"/>
              </a:spcBef>
              <a:spcAft>
                <a:spcPts val="0"/>
              </a:spcAft>
              <a:buClr>
                <a:schemeClr val="accent1"/>
              </a:buClr>
              <a:buSzPct val="70000"/>
              <a:buFont typeface="Wingdings" charset="0"/>
              <a:buChar char="Ø"/>
            </a:pPr>
            <a:endParaRPr lang="zh-CN" altLang="en-US" sz="2100" b="0" i="0" u="none" strike="noStrike" kern="1200" cap="none" spc="0" baseline="0" dirty="0">
              <a:solidFill>
                <a:schemeClr val="tx1"/>
              </a:solidFill>
              <a:latin typeface="Century Schoolbook" charset="0"/>
              <a:ea typeface="宋体" charset="0"/>
              <a:cs typeface="Lucida Sans" charset="0"/>
            </a:endParaRPr>
          </a:p>
        </p:txBody>
      </p:sp>
    </p:spTree>
    <p:extLst>
      <p:ext uri="{BB962C8B-B14F-4D97-AF65-F5344CB8AC3E}">
        <p14:creationId xmlns:p14="http://schemas.microsoft.com/office/powerpoint/2010/main" val="16909118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69EBE-FAC2-EC98-B5FC-A656C2BC300F}"/>
              </a:ext>
            </a:extLst>
          </p:cNvPr>
          <p:cNvSpPr>
            <a:spLocks noGrp="1"/>
          </p:cNvSpPr>
          <p:nvPr>
            <p:ph type="title"/>
          </p:nvPr>
        </p:nvSpPr>
        <p:spPr/>
        <p:txBody>
          <a:bodyPr/>
          <a:lstStyle/>
          <a:p>
            <a:r>
              <a:rPr lang="en-IN" dirty="0"/>
              <a:t>                     Block Diagram</a:t>
            </a:r>
          </a:p>
        </p:txBody>
      </p:sp>
      <p:sp>
        <p:nvSpPr>
          <p:cNvPr id="3" name="Text Placeholder 2">
            <a:extLst>
              <a:ext uri="{FF2B5EF4-FFF2-40B4-BE49-F238E27FC236}">
                <a16:creationId xmlns:a16="http://schemas.microsoft.com/office/drawing/2014/main" id="{8C5117FB-B1F9-04C1-D657-C4A326ECF9E8}"/>
              </a:ext>
            </a:extLst>
          </p:cNvPr>
          <p:cNvSpPr>
            <a:spLocks noGrp="1"/>
          </p:cNvSpPr>
          <p:nvPr>
            <p:ph type="body" idx="1"/>
          </p:nvPr>
        </p:nvSpPr>
        <p:spPr/>
        <p:txBody>
          <a:bodyPr/>
          <a:lstStyle/>
          <a:p>
            <a:pPr marL="0" indent="0">
              <a:buNone/>
            </a:pPr>
            <a:endParaRPr lang="en-IN" dirty="0"/>
          </a:p>
        </p:txBody>
      </p:sp>
      <p:pic>
        <p:nvPicPr>
          <p:cNvPr id="5" name="Picture 4">
            <a:extLst>
              <a:ext uri="{FF2B5EF4-FFF2-40B4-BE49-F238E27FC236}">
                <a16:creationId xmlns:a16="http://schemas.microsoft.com/office/drawing/2014/main" id="{13FC6E96-9291-4F92-53D9-C098A91165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440" y="1567245"/>
            <a:ext cx="7467600" cy="4179573"/>
          </a:xfrm>
          <a:prstGeom prst="rect">
            <a:avLst/>
          </a:prstGeom>
        </p:spPr>
      </p:pic>
    </p:spTree>
    <p:extLst>
      <p:ext uri="{BB962C8B-B14F-4D97-AF65-F5344CB8AC3E}">
        <p14:creationId xmlns:p14="http://schemas.microsoft.com/office/powerpoint/2010/main" val="17131632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 name="文本框"/>
          <p:cNvSpPr>
            <a:spLocks noGrp="1"/>
          </p:cNvSpPr>
          <p:nvPr>
            <p:ph type="title"/>
          </p:nvPr>
        </p:nvSpPr>
        <p:spPr>
          <a:xfrm>
            <a:off x="1043608" y="188639"/>
            <a:ext cx="7704856" cy="7920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marL="0" indent="0" algn="ctr">
              <a:lnSpc>
                <a:spcPct val="100000"/>
              </a:lnSpc>
              <a:spcBef>
                <a:spcPts val="0"/>
              </a:spcBef>
              <a:spcAft>
                <a:spcPts val="0"/>
              </a:spcAft>
              <a:buNone/>
            </a:pPr>
            <a:endParaRPr lang="zh-CN" altLang="en-US" sz="3000" b="0" i="0" u="none" strike="noStrike" kern="1200" cap="small" spc="0" baseline="0">
              <a:solidFill>
                <a:schemeClr val="tx1"/>
              </a:solidFill>
              <a:latin typeface="Times New Roman" pitchFamily="18" charset="0"/>
              <a:ea typeface="华文楷体" charset="0"/>
              <a:cs typeface="Times New Roman" pitchFamily="18" charset="0"/>
            </a:endParaRPr>
          </a:p>
        </p:txBody>
      </p:sp>
      <p:sp>
        <p:nvSpPr>
          <p:cNvPr id="53" name="文本框"/>
          <p:cNvSpPr>
            <a:spLocks noGrp="1"/>
          </p:cNvSpPr>
          <p:nvPr>
            <p:ph type="body" idx="1"/>
          </p:nvPr>
        </p:nvSpPr>
        <p:spPr>
          <a:xfrm>
            <a:off x="457200" y="1600200"/>
            <a:ext cx="7467600" cy="4873752"/>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274320" indent="-274320" algn="l">
              <a:lnSpc>
                <a:spcPct val="100000"/>
              </a:lnSpc>
              <a:spcBef>
                <a:spcPts val="600"/>
              </a:spcBef>
              <a:spcAft>
                <a:spcPts val="0"/>
              </a:spcAft>
              <a:buClr>
                <a:schemeClr val="accent1"/>
              </a:buClr>
              <a:buSzPct val="70000"/>
              <a:buFont typeface="Wingdings" charset="0"/>
              <a:buChar char=""/>
            </a:pPr>
            <a:r>
              <a:rPr lang="en-US" altLang="zh-CN" sz="2400" b="1" i="0" u="none" strike="noStrike" kern="1200" cap="none" spc="0" baseline="0">
                <a:solidFill>
                  <a:schemeClr val="tx1"/>
                </a:solidFill>
                <a:latin typeface="Century Schoolbook" charset="0"/>
                <a:ea typeface="宋体" charset="0"/>
                <a:cs typeface="Lucida Sans" charset="0"/>
              </a:rPr>
              <a:t>COMPONENTS :</a:t>
            </a:r>
          </a:p>
          <a:p>
            <a:pPr marL="0" indent="0" algn="l">
              <a:lnSpc>
                <a:spcPct val="100000"/>
              </a:lnSpc>
              <a:spcBef>
                <a:spcPts val="600"/>
              </a:spcBef>
              <a:spcAft>
                <a:spcPts val="0"/>
              </a:spcAft>
              <a:buNone/>
            </a:pPr>
            <a:endParaRPr lang="en-US" altLang="zh-CN" sz="2400" b="1" i="0" u="none" strike="noStrike" kern="1200" cap="none" spc="0" baseline="0">
              <a:solidFill>
                <a:schemeClr val="tx1"/>
              </a:solidFill>
              <a:latin typeface="Century Schoolbook" charset="0"/>
              <a:ea typeface="宋体" charset="0"/>
              <a:cs typeface="Lucida Sans" charset="0"/>
            </a:endParaRPr>
          </a:p>
          <a:p>
            <a:pPr marL="274320" indent="-274320" algn="l">
              <a:lnSpc>
                <a:spcPct val="100000"/>
              </a:lnSpc>
              <a:spcBef>
                <a:spcPts val="600"/>
              </a:spcBef>
              <a:spcAft>
                <a:spcPts val="0"/>
              </a:spcAft>
              <a:buClr>
                <a:schemeClr val="accent1"/>
              </a:buClr>
              <a:buSzPct val="70000"/>
              <a:buFont typeface="Wingdings" charset="0"/>
              <a:buChar char="Ø"/>
            </a:pPr>
            <a:r>
              <a:rPr lang="en-US" altLang="zh-CN" sz="2000" b="0" i="0" u="none" strike="noStrike" kern="1200" cap="none" spc="0" baseline="0">
                <a:solidFill>
                  <a:schemeClr val="tx1"/>
                </a:solidFill>
                <a:latin typeface="Century Schoolbook" charset="0"/>
                <a:ea typeface="宋体" charset="0"/>
                <a:cs typeface="Lucida Sans" charset="0"/>
              </a:rPr>
              <a:t>Raspberry Pi Pico </a:t>
            </a:r>
          </a:p>
          <a:p>
            <a:pPr marL="274320" indent="-274320" algn="l">
              <a:lnSpc>
                <a:spcPct val="100000"/>
              </a:lnSpc>
              <a:spcBef>
                <a:spcPts val="600"/>
              </a:spcBef>
              <a:spcAft>
                <a:spcPts val="0"/>
              </a:spcAft>
              <a:buClr>
                <a:schemeClr val="accent1"/>
              </a:buClr>
              <a:buSzPct val="70000"/>
              <a:buFont typeface="Wingdings" charset="0"/>
              <a:buChar char="Ø"/>
            </a:pPr>
            <a:r>
              <a:rPr lang="en-US" altLang="zh-CN" sz="2000" b="0" i="0" u="none" strike="noStrike" kern="1200" cap="none" spc="0" baseline="0">
                <a:solidFill>
                  <a:schemeClr val="tx1"/>
                </a:solidFill>
                <a:latin typeface="Century Schoolbook" charset="0"/>
                <a:ea typeface="宋体" charset="0"/>
                <a:cs typeface="Lucida Sans" charset="0"/>
              </a:rPr>
              <a:t>5VDC Relay Module 4 Channel</a:t>
            </a:r>
          </a:p>
          <a:p>
            <a:pPr marL="274320" indent="-274320" algn="l">
              <a:lnSpc>
                <a:spcPct val="100000"/>
              </a:lnSpc>
              <a:spcBef>
                <a:spcPts val="600"/>
              </a:spcBef>
              <a:spcAft>
                <a:spcPts val="0"/>
              </a:spcAft>
              <a:buClr>
                <a:schemeClr val="accent1"/>
              </a:buClr>
              <a:buSzPct val="70000"/>
              <a:buFont typeface="Wingdings" charset="0"/>
              <a:buChar char="Ø"/>
            </a:pPr>
            <a:r>
              <a:rPr lang="en-US" altLang="zh-CN" sz="2000" b="0" i="0" u="none" strike="noStrike" kern="1200" cap="none" spc="0" baseline="0">
                <a:solidFill>
                  <a:schemeClr val="tx1"/>
                </a:solidFill>
                <a:latin typeface="Century Schoolbook" charset="0"/>
                <a:ea typeface="宋体" charset="0"/>
                <a:cs typeface="Lucida Sans" charset="0"/>
              </a:rPr>
              <a:t>DHT11</a:t>
            </a:r>
          </a:p>
          <a:p>
            <a:pPr marL="274320" indent="-274320" algn="l">
              <a:lnSpc>
                <a:spcPct val="100000"/>
              </a:lnSpc>
              <a:spcBef>
                <a:spcPts val="600"/>
              </a:spcBef>
              <a:spcAft>
                <a:spcPts val="0"/>
              </a:spcAft>
              <a:buClr>
                <a:schemeClr val="accent1"/>
              </a:buClr>
              <a:buSzPct val="70000"/>
              <a:buFont typeface="Wingdings" charset="0"/>
              <a:buChar char="Ø"/>
            </a:pPr>
            <a:r>
              <a:rPr lang="en-US" altLang="zh-CN" sz="2000" b="0" i="0" u="none" strike="noStrike" kern="1200" cap="none" spc="0" baseline="0">
                <a:solidFill>
                  <a:schemeClr val="tx1"/>
                </a:solidFill>
                <a:latin typeface="Century Schoolbook" charset="0"/>
                <a:ea typeface="宋体" charset="0"/>
                <a:cs typeface="Lucida Sans" charset="0"/>
              </a:rPr>
              <a:t>USB Camera</a:t>
            </a:r>
            <a:endParaRPr lang="zh-CN" altLang="en-US" sz="2800" b="0" i="0" u="none" strike="noStrike" kern="1200" cap="none" spc="0" baseline="0">
              <a:solidFill>
                <a:schemeClr val="tx1"/>
              </a:solidFill>
              <a:latin typeface="Century Schoolbook" charset="0"/>
              <a:ea typeface="宋体" charset="0"/>
              <a:cs typeface="Lucida Sans" charset="0"/>
            </a:endParaRPr>
          </a:p>
        </p:txBody>
      </p:sp>
      <p:pic>
        <p:nvPicPr>
          <p:cNvPr id="54" name="图片"/>
          <p:cNvPicPr>
            <a:picLocks noChangeAspect="1"/>
          </p:cNvPicPr>
          <p:nvPr/>
        </p:nvPicPr>
        <p:blipFill>
          <a:blip r:embed="rId3" cstate="print"/>
          <a:stretch>
            <a:fillRect/>
          </a:stretch>
        </p:blipFill>
        <p:spPr>
          <a:xfrm>
            <a:off x="4716016" y="1160272"/>
            <a:ext cx="3823745" cy="5257800"/>
          </a:xfrm>
          <a:prstGeom prst="rect">
            <a:avLst/>
          </a:prstGeom>
          <a:noFill/>
          <a:ln w="12700" cap="flat" cmpd="sng">
            <a:noFill/>
            <a:prstDash val="solid"/>
            <a:miter/>
          </a:ln>
        </p:spPr>
      </p:pic>
    </p:spTree>
    <p:extLst>
      <p:ext uri="{BB962C8B-B14F-4D97-AF65-F5344CB8AC3E}">
        <p14:creationId xmlns:p14="http://schemas.microsoft.com/office/powerpoint/2010/main" val="18604909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 name="文本框"/>
          <p:cNvSpPr>
            <a:spLocks noGrp="1"/>
          </p:cNvSpPr>
          <p:nvPr>
            <p:ph type="title"/>
          </p:nvPr>
        </p:nvSpPr>
        <p:spPr>
          <a:xfrm>
            <a:off x="457200" y="274638"/>
            <a:ext cx="7467600" cy="11430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marL="0" indent="0" algn="l">
              <a:lnSpc>
                <a:spcPct val="100000"/>
              </a:lnSpc>
              <a:spcBef>
                <a:spcPts val="0"/>
              </a:spcBef>
              <a:spcAft>
                <a:spcPts val="0"/>
              </a:spcAft>
              <a:buNone/>
            </a:pPr>
            <a:r>
              <a:rPr lang="en-US" altLang="zh-CN" sz="3000" b="0" i="0" u="none" strike="noStrike" kern="1200" cap="small" spc="0" baseline="0">
                <a:solidFill>
                  <a:schemeClr val="tx2"/>
                </a:solidFill>
                <a:latin typeface="Century Schoolbook" charset="0"/>
                <a:ea typeface="华文楷体" charset="0"/>
                <a:cs typeface="Lucida Sans" charset="0"/>
              </a:rPr>
              <a:t>              LITERATURE SURVEY</a:t>
            </a:r>
            <a:endParaRPr lang="zh-CN" altLang="en-US" sz="3000" b="0" i="0" u="none" strike="noStrike" kern="1200" cap="small" spc="0" baseline="0">
              <a:solidFill>
                <a:schemeClr val="tx2"/>
              </a:solidFill>
              <a:latin typeface="Century Schoolbook" charset="0"/>
              <a:ea typeface="华文楷体" charset="0"/>
              <a:cs typeface="Lucida Sans" charset="0"/>
            </a:endParaRPr>
          </a:p>
        </p:txBody>
      </p:sp>
      <p:graphicFrame>
        <p:nvGraphicFramePr>
          <p:cNvPr id="58" name="Table"/>
          <p:cNvGraphicFramePr>
            <a:graphicFrameLocks noGrp="1"/>
          </p:cNvGraphicFramePr>
          <p:nvPr>
            <p:ph type="body" idx="1"/>
          </p:nvPr>
        </p:nvGraphicFramePr>
        <p:xfrm>
          <a:off x="179512" y="1484784"/>
          <a:ext cx="8568822" cy="4985341"/>
        </p:xfrm>
        <a:graphic>
          <a:graphicData uri="http://schemas.openxmlformats.org/drawingml/2006/table">
            <a:tbl>
              <a:tblPr bandRow="1">
                <a:noFill/>
              </a:tblPr>
              <a:tblGrid>
                <a:gridCol w="576044">
                  <a:extLst>
                    <a:ext uri="{9D8B030D-6E8A-4147-A177-3AD203B41FA5}">
                      <a16:colId xmlns:a16="http://schemas.microsoft.com/office/drawing/2014/main" val="20000"/>
                    </a:ext>
                  </a:extLst>
                </a:gridCol>
                <a:gridCol w="1224105">
                  <a:extLst>
                    <a:ext uri="{9D8B030D-6E8A-4147-A177-3AD203B41FA5}">
                      <a16:colId xmlns:a16="http://schemas.microsoft.com/office/drawing/2014/main" val="20001"/>
                    </a:ext>
                  </a:extLst>
                </a:gridCol>
                <a:gridCol w="1944203">
                  <a:extLst>
                    <a:ext uri="{9D8B030D-6E8A-4147-A177-3AD203B41FA5}">
                      <a16:colId xmlns:a16="http://schemas.microsoft.com/office/drawing/2014/main" val="20002"/>
                    </a:ext>
                  </a:extLst>
                </a:gridCol>
                <a:gridCol w="1656162">
                  <a:extLst>
                    <a:ext uri="{9D8B030D-6E8A-4147-A177-3AD203B41FA5}">
                      <a16:colId xmlns:a16="http://schemas.microsoft.com/office/drawing/2014/main" val="20003"/>
                    </a:ext>
                  </a:extLst>
                </a:gridCol>
                <a:gridCol w="1740171">
                  <a:extLst>
                    <a:ext uri="{9D8B030D-6E8A-4147-A177-3AD203B41FA5}">
                      <a16:colId xmlns:a16="http://schemas.microsoft.com/office/drawing/2014/main" val="20004"/>
                    </a:ext>
                  </a:extLst>
                </a:gridCol>
                <a:gridCol w="1428137">
                  <a:extLst>
                    <a:ext uri="{9D8B030D-6E8A-4147-A177-3AD203B41FA5}">
                      <a16:colId xmlns:a16="http://schemas.microsoft.com/office/drawing/2014/main" val="20005"/>
                    </a:ext>
                  </a:extLst>
                </a:gridCol>
              </a:tblGrid>
              <a:tr h="940354">
                <a:tc>
                  <a:txBody>
                    <a:bodyPr/>
                    <a:lstStyle/>
                    <a:p>
                      <a:pPr marL="0" indent="0" algn="l" eaLnBrk="1" latinLnBrk="0" hangingPunct="1">
                        <a:lnSpc>
                          <a:spcPct val="100000"/>
                        </a:lnSpc>
                        <a:spcBef>
                          <a:spcPts val="0"/>
                        </a:spcBef>
                        <a:spcAft>
                          <a:spcPts val="0"/>
                        </a:spcAft>
                        <a:buNone/>
                      </a:pPr>
                      <a:r>
                        <a:rPr lang="en-US" altLang="zh-CN" sz="1800" b="1" i="0" u="none" strike="noStrike" kern="1200" cap="none" spc="0" baseline="0">
                          <a:solidFill>
                            <a:srgbClr val="FFFFFF"/>
                          </a:solidFill>
                          <a:latin typeface="Century Schoolbook" charset="0"/>
                          <a:ea typeface="宋体" charset="0"/>
                          <a:cs typeface="Century Schoolbook" charset="0"/>
                        </a:rPr>
                        <a:t>Ref.</a:t>
                      </a:r>
                    </a:p>
                    <a:p>
                      <a:pPr marL="0" indent="0" algn="l" eaLnBrk="1" latinLnBrk="0" hangingPunct="1">
                        <a:lnSpc>
                          <a:spcPct val="100000"/>
                        </a:lnSpc>
                        <a:spcBef>
                          <a:spcPts val="0"/>
                        </a:spcBef>
                        <a:spcAft>
                          <a:spcPts val="0"/>
                        </a:spcAft>
                        <a:buNone/>
                      </a:pPr>
                      <a:r>
                        <a:rPr lang="en-US" altLang="zh-CN" sz="1800" b="1" i="0" u="none" strike="noStrike" kern="1200" cap="none" spc="0" baseline="0">
                          <a:solidFill>
                            <a:srgbClr val="FFFFFF"/>
                          </a:solidFill>
                          <a:latin typeface="Century Schoolbook" charset="0"/>
                          <a:ea typeface="宋体" charset="0"/>
                          <a:cs typeface="Century Schoolbook" charset="0"/>
                        </a:rPr>
                        <a:t>no</a:t>
                      </a:r>
                      <a:endParaRPr lang="zh-CN" altLang="en-US" sz="1800" b="1" i="0" u="none" strike="noStrike" kern="1200" cap="none" spc="0" baseline="0">
                        <a:solidFill>
                          <a:srgbClr val="FFFFFF"/>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FE8637"/>
                    </a:solidFill>
                  </a:tcPr>
                </a:tc>
                <a:tc>
                  <a:txBody>
                    <a:bodyPr/>
                    <a:lstStyle/>
                    <a:p>
                      <a:pPr marL="0" indent="0" algn="l" eaLnBrk="1" latinLnBrk="0" hangingPunct="1">
                        <a:lnSpc>
                          <a:spcPct val="100000"/>
                        </a:lnSpc>
                        <a:spcBef>
                          <a:spcPts val="0"/>
                        </a:spcBef>
                        <a:spcAft>
                          <a:spcPts val="0"/>
                        </a:spcAft>
                        <a:buNone/>
                      </a:pPr>
                      <a:r>
                        <a:rPr lang="en-US" altLang="zh-CN" sz="1800" b="1" i="0" u="none" strike="noStrike" kern="1200" cap="none" spc="0" baseline="0">
                          <a:solidFill>
                            <a:srgbClr val="FFFFFF"/>
                          </a:solidFill>
                          <a:latin typeface="Century Schoolbook" charset="0"/>
                          <a:ea typeface="宋体" charset="0"/>
                          <a:cs typeface="Century Schoolbook" charset="0"/>
                        </a:rPr>
                        <a:t>Authors</a:t>
                      </a:r>
                      <a:endParaRPr lang="zh-CN" altLang="en-US" sz="1800" b="1" i="0" u="none" strike="noStrike" kern="1200" cap="none" spc="0" baseline="0">
                        <a:solidFill>
                          <a:srgbClr val="FFFFFF"/>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FE8637"/>
                    </a:solidFill>
                  </a:tcPr>
                </a:tc>
                <a:tc>
                  <a:txBody>
                    <a:bodyPr/>
                    <a:lstStyle/>
                    <a:p>
                      <a:pPr marL="0" indent="0" algn="l" eaLnBrk="1" latinLnBrk="0" hangingPunct="1">
                        <a:lnSpc>
                          <a:spcPct val="100000"/>
                        </a:lnSpc>
                        <a:spcBef>
                          <a:spcPts val="0"/>
                        </a:spcBef>
                        <a:spcAft>
                          <a:spcPts val="0"/>
                        </a:spcAft>
                        <a:buNone/>
                      </a:pPr>
                      <a:r>
                        <a:rPr lang="en-US" altLang="zh-CN" sz="1800" b="1" i="0" u="none" strike="noStrike" kern="1200" cap="none" spc="0" baseline="0">
                          <a:solidFill>
                            <a:srgbClr val="FFFFFF"/>
                          </a:solidFill>
                          <a:latin typeface="Century Schoolbook" charset="0"/>
                          <a:ea typeface="宋体" charset="0"/>
                          <a:cs typeface="Century Schoolbook" charset="0"/>
                        </a:rPr>
                        <a:t>Title</a:t>
                      </a:r>
                      <a:endParaRPr lang="zh-CN" altLang="en-US" sz="1800" b="1" i="0" u="none" strike="noStrike" kern="1200" cap="none" spc="0" baseline="0">
                        <a:solidFill>
                          <a:srgbClr val="FFFFFF"/>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FE8637"/>
                    </a:solidFill>
                  </a:tcPr>
                </a:tc>
                <a:tc>
                  <a:txBody>
                    <a:bodyPr/>
                    <a:lstStyle/>
                    <a:p>
                      <a:pPr marL="0" indent="0" algn="l" eaLnBrk="1" latinLnBrk="0" hangingPunct="1">
                        <a:lnSpc>
                          <a:spcPct val="100000"/>
                        </a:lnSpc>
                        <a:spcBef>
                          <a:spcPts val="0"/>
                        </a:spcBef>
                        <a:spcAft>
                          <a:spcPts val="0"/>
                        </a:spcAft>
                        <a:buNone/>
                      </a:pPr>
                      <a:r>
                        <a:rPr lang="en-US" altLang="zh-CN" sz="1800" b="1" i="0" u="none" strike="noStrike" kern="1200" cap="none" spc="0" baseline="0">
                          <a:solidFill>
                            <a:srgbClr val="FFFFFF"/>
                          </a:solidFill>
                          <a:latin typeface="Century Schoolbook" charset="0"/>
                          <a:ea typeface="宋体" charset="0"/>
                          <a:cs typeface="Century Schoolbook" charset="0"/>
                        </a:rPr>
                        <a:t>Journal</a:t>
                      </a:r>
                      <a:endParaRPr lang="zh-CN" altLang="en-US" sz="1800" b="1" i="0" u="none" strike="noStrike" kern="1200" cap="none" spc="0" baseline="0">
                        <a:solidFill>
                          <a:srgbClr val="FFFFFF"/>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FE8637"/>
                    </a:solidFill>
                  </a:tcPr>
                </a:tc>
                <a:tc>
                  <a:txBody>
                    <a:bodyPr/>
                    <a:lstStyle/>
                    <a:p>
                      <a:pPr marL="0" indent="0" algn="l" eaLnBrk="1" latinLnBrk="0" hangingPunct="1">
                        <a:lnSpc>
                          <a:spcPct val="100000"/>
                        </a:lnSpc>
                        <a:spcBef>
                          <a:spcPts val="0"/>
                        </a:spcBef>
                        <a:spcAft>
                          <a:spcPts val="0"/>
                        </a:spcAft>
                        <a:buNone/>
                      </a:pPr>
                      <a:r>
                        <a:rPr lang="en-US" altLang="zh-CN" sz="1800" b="1" i="0" u="none" strike="noStrike" kern="1200" cap="none" spc="0" baseline="0">
                          <a:solidFill>
                            <a:srgbClr val="FFFFFF"/>
                          </a:solidFill>
                          <a:latin typeface="Century Schoolbook" charset="0"/>
                          <a:ea typeface="宋体" charset="0"/>
                          <a:cs typeface="Century Schoolbook" charset="0"/>
                        </a:rPr>
                        <a:t>Observation/remarks</a:t>
                      </a:r>
                      <a:endParaRPr lang="zh-CN" altLang="en-US" sz="1800" b="1" i="0" u="none" strike="noStrike" kern="1200" cap="none" spc="0" baseline="0">
                        <a:solidFill>
                          <a:srgbClr val="FFFFFF"/>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FE8637"/>
                    </a:solidFill>
                  </a:tcPr>
                </a:tc>
                <a:tc>
                  <a:txBody>
                    <a:bodyPr/>
                    <a:lstStyle/>
                    <a:p>
                      <a:pPr marL="0" indent="0" algn="l" eaLnBrk="1" latinLnBrk="0" hangingPunct="1">
                        <a:lnSpc>
                          <a:spcPct val="100000"/>
                        </a:lnSpc>
                        <a:spcBef>
                          <a:spcPts val="0"/>
                        </a:spcBef>
                        <a:spcAft>
                          <a:spcPts val="0"/>
                        </a:spcAft>
                        <a:buNone/>
                      </a:pPr>
                      <a:r>
                        <a:rPr lang="en-US" altLang="zh-CN" sz="1800" b="1" i="0" u="none" strike="noStrike" kern="1200" cap="none" spc="0" baseline="0">
                          <a:solidFill>
                            <a:srgbClr val="FFFFFF"/>
                          </a:solidFill>
                          <a:latin typeface="Century Schoolbook" charset="0"/>
                          <a:ea typeface="宋体" charset="0"/>
                          <a:cs typeface="Century Schoolbook" charset="0"/>
                        </a:rPr>
                        <a:t>Applications</a:t>
                      </a:r>
                      <a:endParaRPr lang="zh-CN" altLang="en-US" sz="1800" b="1" i="0" u="none" strike="noStrike" kern="1200" cap="none" spc="0" baseline="0">
                        <a:solidFill>
                          <a:srgbClr val="FFFFFF"/>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FE8637"/>
                    </a:solidFill>
                  </a:tcPr>
                </a:tc>
                <a:extLst>
                  <a:ext uri="{0D108BD9-81ED-4DB2-BD59-A6C34878D82A}">
                    <a16:rowId xmlns:a16="http://schemas.microsoft.com/office/drawing/2014/main" val="10000"/>
                  </a:ext>
                </a:extLst>
              </a:tr>
              <a:tr h="1491430">
                <a:tc>
                  <a:txBody>
                    <a:bodyPr/>
                    <a:lstStyle/>
                    <a:p>
                      <a:pPr marL="0" indent="0" algn="l" eaLnBrk="1" latinLnBrk="0" hangingPunct="1">
                        <a:lnSpc>
                          <a:spcPct val="100000"/>
                        </a:lnSpc>
                        <a:spcBef>
                          <a:spcPts val="0"/>
                        </a:spcBef>
                        <a:spcAft>
                          <a:spcPts val="0"/>
                        </a:spcAft>
                        <a:buNone/>
                      </a:pPr>
                      <a:r>
                        <a:rPr lang="en-US" altLang="zh-CN" sz="1800" b="0" i="0" u="none" strike="noStrike" kern="1200" cap="none" spc="0" baseline="0">
                          <a:solidFill>
                            <a:srgbClr val="000000"/>
                          </a:solidFill>
                          <a:latin typeface="Century Schoolbook" charset="0"/>
                          <a:ea typeface="宋体" charset="0"/>
                          <a:cs typeface="Century Schoolbook" charset="0"/>
                        </a:rPr>
                        <a:t>1.</a:t>
                      </a:r>
                      <a:endParaRPr lang="zh-CN" altLang="en-US" sz="1800" b="0" i="0" u="none" strike="noStrike" kern="1200" cap="none" spc="0" baseline="0">
                        <a:solidFill>
                          <a:srgbClr val="000000"/>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381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FFD9CD"/>
                    </a:solidFill>
                  </a:tcPr>
                </a:tc>
                <a:tc>
                  <a:txBody>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000000"/>
                          </a:solidFill>
                          <a:latin typeface="Century Schoolbook" charset="0"/>
                          <a:ea typeface="宋体" charset="0"/>
                          <a:cs typeface="Century Schoolbook" charset="0"/>
                        </a:rPr>
                        <a:t>S. S. Rao et al.</a:t>
                      </a:r>
                      <a:endParaRPr lang="zh-CN" altLang="en-US" sz="1100" b="0" i="0" u="none" strike="noStrike" kern="1200" cap="none" spc="0" baseline="0">
                        <a:solidFill>
                          <a:srgbClr val="000000"/>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381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FFD9CD"/>
                    </a:solidFill>
                  </a:tcPr>
                </a:tc>
                <a:tc>
                  <a:txBody>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000000"/>
                          </a:solidFill>
                          <a:latin typeface="Century Schoolbook" charset="0"/>
                          <a:ea typeface="宋体" charset="0"/>
                          <a:cs typeface="Century Schoolbook" charset="0"/>
                        </a:rPr>
                        <a:t>"Automated Attendance System using IoT Sensors and AI”</a:t>
                      </a:r>
                    </a:p>
                    <a:p>
                      <a:pPr marL="0" indent="0" algn="l" eaLnBrk="1" latinLnBrk="0" hangingPunct="1">
                        <a:lnSpc>
                          <a:spcPct val="100000"/>
                        </a:lnSpc>
                        <a:spcBef>
                          <a:spcPts val="0"/>
                        </a:spcBef>
                        <a:spcAft>
                          <a:spcPts val="0"/>
                        </a:spcAft>
                        <a:buNone/>
                      </a:pPr>
                      <a:endParaRPr lang="en-US" altLang="zh-CN" sz="1100" b="0" i="0" u="none" strike="noStrike" kern="1200" cap="none" spc="0" baseline="0">
                        <a:solidFill>
                          <a:srgbClr val="000000"/>
                        </a:solidFill>
                        <a:latin typeface="Century Schoolbook" charset="0"/>
                        <a:ea typeface="宋体" charset="0"/>
                        <a:cs typeface="Century Schoolbook" charset="0"/>
                      </a:endParaRPr>
                    </a:p>
                    <a:p>
                      <a:pPr marL="0" indent="0" algn="l" eaLnBrk="1" latinLnBrk="0" hangingPunct="1">
                        <a:lnSpc>
                          <a:spcPct val="100000"/>
                        </a:lnSpc>
                        <a:spcBef>
                          <a:spcPts val="0"/>
                        </a:spcBef>
                        <a:spcAft>
                          <a:spcPts val="0"/>
                        </a:spcAft>
                        <a:buNone/>
                      </a:pPr>
                      <a:endParaRPr lang="en-US" altLang="zh-CN" sz="1100" b="0" i="0" u="none" strike="noStrike" kern="1200" cap="none" spc="0" baseline="0">
                        <a:solidFill>
                          <a:srgbClr val="000000"/>
                        </a:solidFill>
                        <a:latin typeface="Century Schoolbook" charset="0"/>
                        <a:ea typeface="宋体" charset="0"/>
                        <a:cs typeface="Century Schoolbook" charset="0"/>
                      </a:endParaRPr>
                    </a:p>
                    <a:p>
                      <a:pPr marL="0" indent="0" algn="l" eaLnBrk="1" latinLnBrk="0" hangingPunct="1">
                        <a:lnSpc>
                          <a:spcPct val="100000"/>
                        </a:lnSpc>
                        <a:spcBef>
                          <a:spcPts val="0"/>
                        </a:spcBef>
                        <a:spcAft>
                          <a:spcPts val="0"/>
                        </a:spcAft>
                        <a:buNone/>
                      </a:pPr>
                      <a:endParaRPr lang="en-US" altLang="zh-CN" sz="1100" b="0" i="0" u="none" strike="noStrike" kern="1200" cap="none" spc="0" baseline="0">
                        <a:solidFill>
                          <a:srgbClr val="000000"/>
                        </a:solidFill>
                        <a:latin typeface="Century Schoolbook" charset="0"/>
                        <a:ea typeface="宋体" charset="0"/>
                        <a:cs typeface="Century Schoolbook" charset="0"/>
                      </a:endParaRPr>
                    </a:p>
                    <a:p>
                      <a:pPr marL="0" indent="0" algn="l" eaLnBrk="1" latinLnBrk="0" hangingPunct="1">
                        <a:lnSpc>
                          <a:spcPct val="100000"/>
                        </a:lnSpc>
                        <a:spcBef>
                          <a:spcPts val="0"/>
                        </a:spcBef>
                        <a:spcAft>
                          <a:spcPts val="0"/>
                        </a:spcAft>
                        <a:buNone/>
                      </a:pPr>
                      <a:endParaRPr lang="zh-CN" altLang="en-US" sz="1100" b="0" i="0" u="none" strike="noStrike" kern="1200" cap="none" spc="0" baseline="0">
                        <a:solidFill>
                          <a:srgbClr val="000000"/>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381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FFD9CD"/>
                    </a:solidFill>
                  </a:tcPr>
                </a:tc>
                <a:tc>
                  <a:txBody>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000000"/>
                          </a:solidFill>
                          <a:latin typeface="Century Schoolbook" charset="0"/>
                          <a:ea typeface="宋体" charset="0"/>
                          <a:cs typeface="Century Schoolbook" charset="0"/>
                        </a:rPr>
                        <a:t>International Journal of Advanced Research in Computer Science </a:t>
                      </a:r>
                    </a:p>
                    <a:p>
                      <a:pPr marL="0" indent="0" algn="l" eaLnBrk="1" latinLnBrk="0" hangingPunct="1">
                        <a:lnSpc>
                          <a:spcPct val="100000"/>
                        </a:lnSpc>
                        <a:spcBef>
                          <a:spcPts val="0"/>
                        </a:spcBef>
                        <a:spcAft>
                          <a:spcPts val="0"/>
                        </a:spcAft>
                        <a:buNone/>
                      </a:pPr>
                      <a:endParaRPr lang="en-US" altLang="zh-CN" sz="1100" b="0" i="0" u="none" strike="noStrike" kern="1200" cap="none" spc="0" baseline="0">
                        <a:solidFill>
                          <a:srgbClr val="000000"/>
                        </a:solidFill>
                        <a:latin typeface="Century Schoolbook" charset="0"/>
                        <a:ea typeface="宋体" charset="0"/>
                        <a:cs typeface="Century Schoolbook" charset="0"/>
                      </a:endParaRPr>
                    </a:p>
                    <a:p>
                      <a:pPr marL="0" indent="0" algn="l" eaLnBrk="1" latinLnBrk="0" hangingPunct="1">
                        <a:lnSpc>
                          <a:spcPct val="100000"/>
                        </a:lnSpc>
                        <a:spcBef>
                          <a:spcPts val="0"/>
                        </a:spcBef>
                        <a:spcAft>
                          <a:spcPts val="0"/>
                        </a:spcAft>
                        <a:buNone/>
                      </a:pPr>
                      <a:endParaRPr lang="en-US" altLang="zh-CN" sz="1100" b="0" i="0" u="none" strike="noStrike" kern="1200" cap="none" spc="0" baseline="0">
                        <a:solidFill>
                          <a:srgbClr val="000000"/>
                        </a:solidFill>
                        <a:latin typeface="Century Schoolbook" charset="0"/>
                        <a:ea typeface="宋体" charset="0"/>
                        <a:cs typeface="Century Schoolbook" charset="0"/>
                      </a:endParaRPr>
                    </a:p>
                    <a:p>
                      <a:pPr marL="0" indent="0" algn="l" eaLnBrk="1" latinLnBrk="0" hangingPunct="1">
                        <a:lnSpc>
                          <a:spcPct val="100000"/>
                        </a:lnSpc>
                        <a:spcBef>
                          <a:spcPts val="0"/>
                        </a:spcBef>
                        <a:spcAft>
                          <a:spcPts val="0"/>
                        </a:spcAft>
                        <a:buNone/>
                      </a:pPr>
                      <a:endParaRPr lang="en-US" altLang="zh-CN" sz="1100" b="0" i="0" u="none" strike="noStrike" kern="1200" cap="none" spc="0" baseline="0">
                        <a:solidFill>
                          <a:srgbClr val="000000"/>
                        </a:solidFill>
                        <a:latin typeface="Century Schoolbook" charset="0"/>
                        <a:ea typeface="宋体" charset="0"/>
                        <a:cs typeface="Century Schoolbook" charset="0"/>
                      </a:endParaRPr>
                    </a:p>
                    <a:p>
                      <a:pPr marL="0" indent="0" algn="l" eaLnBrk="1" latinLnBrk="0" hangingPunct="1">
                        <a:lnSpc>
                          <a:spcPct val="100000"/>
                        </a:lnSpc>
                        <a:spcBef>
                          <a:spcPts val="0"/>
                        </a:spcBef>
                        <a:spcAft>
                          <a:spcPts val="0"/>
                        </a:spcAft>
                        <a:buNone/>
                      </a:pPr>
                      <a:endParaRPr lang="zh-CN" altLang="en-US" sz="1100" b="0" i="0" u="none" strike="noStrike" kern="1200" cap="none" spc="0" baseline="0">
                        <a:solidFill>
                          <a:srgbClr val="000000"/>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381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FFD9CD"/>
                    </a:solidFill>
                  </a:tcPr>
                </a:tc>
                <a:tc>
                  <a:txBody>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000000"/>
                          </a:solidFill>
                          <a:latin typeface="Century Schoolbook" charset="0"/>
                          <a:ea typeface="宋体" charset="0"/>
                          <a:cs typeface="Century Schoolbook" charset="0"/>
                        </a:rPr>
                        <a:t> Proposed a novel attendance system using IoT sensors and AI, achieving 95% accuracy.</a:t>
                      </a:r>
                    </a:p>
                    <a:p>
                      <a:pPr marL="0" indent="0" algn="l" eaLnBrk="1" latinLnBrk="0" hangingPunct="1">
                        <a:lnSpc>
                          <a:spcPct val="100000"/>
                        </a:lnSpc>
                        <a:spcBef>
                          <a:spcPts val="0"/>
                        </a:spcBef>
                        <a:spcAft>
                          <a:spcPts val="0"/>
                        </a:spcAft>
                        <a:buNone/>
                      </a:pPr>
                      <a:endParaRPr lang="en-US" altLang="zh-CN" sz="1100" b="0" i="0" u="none" strike="noStrike" kern="1200" cap="none" spc="0" baseline="0">
                        <a:solidFill>
                          <a:srgbClr val="000000"/>
                        </a:solidFill>
                        <a:latin typeface="Century Schoolbook" charset="0"/>
                        <a:ea typeface="宋体" charset="0"/>
                        <a:cs typeface="Century Schoolbook" charset="0"/>
                      </a:endParaRPr>
                    </a:p>
                    <a:p>
                      <a:pPr marL="0" indent="0" algn="l" eaLnBrk="1" latinLnBrk="0" hangingPunct="1">
                        <a:lnSpc>
                          <a:spcPct val="100000"/>
                        </a:lnSpc>
                        <a:spcBef>
                          <a:spcPts val="0"/>
                        </a:spcBef>
                        <a:spcAft>
                          <a:spcPts val="0"/>
                        </a:spcAft>
                        <a:buNone/>
                      </a:pPr>
                      <a:endParaRPr lang="en-US" altLang="zh-CN" sz="1100" b="0" i="0" u="none" strike="noStrike" kern="1200" cap="none" spc="0" baseline="0">
                        <a:solidFill>
                          <a:srgbClr val="000000"/>
                        </a:solidFill>
                        <a:latin typeface="Century Schoolbook" charset="0"/>
                        <a:ea typeface="宋体" charset="0"/>
                        <a:cs typeface="Century Schoolbook" charset="0"/>
                      </a:endParaRPr>
                    </a:p>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000000"/>
                          </a:solidFill>
                          <a:latin typeface="Century Schoolbook" charset="0"/>
                          <a:ea typeface="宋体" charset="0"/>
                          <a:cs typeface="Century Schoolbook" charset="0"/>
                        </a:rPr>
                        <a:t> </a:t>
                      </a:r>
                      <a:endParaRPr lang="zh-CN" altLang="en-US" sz="1100" b="0" i="0" u="none" strike="noStrike" kern="1200" cap="none" spc="0" baseline="0">
                        <a:solidFill>
                          <a:srgbClr val="000000"/>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381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FFD9CD"/>
                    </a:solidFill>
                  </a:tcPr>
                </a:tc>
                <a:tc>
                  <a:txBody>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000000"/>
                          </a:solidFill>
                          <a:latin typeface="Century Schoolbook" charset="0"/>
                          <a:ea typeface="宋体" charset="0"/>
                          <a:cs typeface="Century Schoolbook" charset="0"/>
                        </a:rPr>
                        <a:t>Education, Attendance Tracking </a:t>
                      </a:r>
                    </a:p>
                    <a:p>
                      <a:pPr marL="0" indent="0" algn="l" eaLnBrk="1" latinLnBrk="0" hangingPunct="1">
                        <a:lnSpc>
                          <a:spcPct val="100000"/>
                        </a:lnSpc>
                        <a:spcBef>
                          <a:spcPts val="0"/>
                        </a:spcBef>
                        <a:spcAft>
                          <a:spcPts val="0"/>
                        </a:spcAft>
                        <a:buNone/>
                      </a:pPr>
                      <a:endParaRPr lang="en-US" altLang="zh-CN" sz="1100" b="0" i="0" u="none" strike="noStrike" kern="1200" cap="none" spc="0" baseline="0">
                        <a:solidFill>
                          <a:srgbClr val="000000"/>
                        </a:solidFill>
                        <a:latin typeface="Century Schoolbook" charset="0"/>
                        <a:ea typeface="宋体" charset="0"/>
                        <a:cs typeface="Century Schoolbook" charset="0"/>
                      </a:endParaRPr>
                    </a:p>
                    <a:p>
                      <a:pPr marL="0" indent="0" algn="l" eaLnBrk="1" latinLnBrk="0" hangingPunct="1">
                        <a:lnSpc>
                          <a:spcPct val="100000"/>
                        </a:lnSpc>
                        <a:spcBef>
                          <a:spcPts val="0"/>
                        </a:spcBef>
                        <a:spcAft>
                          <a:spcPts val="0"/>
                        </a:spcAft>
                        <a:buNone/>
                      </a:pPr>
                      <a:endParaRPr lang="en-US" altLang="zh-CN" sz="1100" b="0" i="0" u="none" strike="noStrike" kern="1200" cap="none" spc="0" baseline="0">
                        <a:solidFill>
                          <a:srgbClr val="000000"/>
                        </a:solidFill>
                        <a:latin typeface="Century Schoolbook" charset="0"/>
                        <a:ea typeface="宋体" charset="0"/>
                        <a:cs typeface="Century Schoolbook" charset="0"/>
                      </a:endParaRPr>
                    </a:p>
                    <a:p>
                      <a:pPr marL="0" indent="0" algn="l" eaLnBrk="1" latinLnBrk="0" hangingPunct="1">
                        <a:lnSpc>
                          <a:spcPct val="100000"/>
                        </a:lnSpc>
                        <a:spcBef>
                          <a:spcPts val="0"/>
                        </a:spcBef>
                        <a:spcAft>
                          <a:spcPts val="0"/>
                        </a:spcAft>
                        <a:buNone/>
                      </a:pPr>
                      <a:endParaRPr lang="en-US" altLang="zh-CN" sz="1100" b="0" i="0" u="none" strike="noStrike" kern="1200" cap="none" spc="0" baseline="0">
                        <a:solidFill>
                          <a:srgbClr val="000000"/>
                        </a:solidFill>
                        <a:latin typeface="Century Schoolbook" charset="0"/>
                        <a:ea typeface="宋体" charset="0"/>
                        <a:cs typeface="Century Schoolbook" charset="0"/>
                      </a:endParaRPr>
                    </a:p>
                    <a:p>
                      <a:pPr marL="0" indent="0" algn="l" eaLnBrk="1" latinLnBrk="0" hangingPunct="1">
                        <a:lnSpc>
                          <a:spcPct val="100000"/>
                        </a:lnSpc>
                        <a:spcBef>
                          <a:spcPts val="0"/>
                        </a:spcBef>
                        <a:spcAft>
                          <a:spcPts val="0"/>
                        </a:spcAft>
                        <a:buNone/>
                      </a:pPr>
                      <a:endParaRPr lang="zh-CN" altLang="en-US" sz="1100" b="0" i="0" u="none" strike="noStrike" kern="1200" cap="none" spc="0" baseline="0">
                        <a:solidFill>
                          <a:srgbClr val="000000"/>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381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FFD9CD"/>
                    </a:solidFill>
                  </a:tcPr>
                </a:tc>
                <a:extLst>
                  <a:ext uri="{0D108BD9-81ED-4DB2-BD59-A6C34878D82A}">
                    <a16:rowId xmlns:a16="http://schemas.microsoft.com/office/drawing/2014/main" val="10001"/>
                  </a:ext>
                </a:extLst>
              </a:tr>
              <a:tr h="1650918">
                <a:tc>
                  <a:txBody>
                    <a:bodyPr/>
                    <a:lstStyle/>
                    <a:p>
                      <a:pPr marL="0" indent="0" algn="l" eaLnBrk="1" latinLnBrk="0" hangingPunct="1">
                        <a:lnSpc>
                          <a:spcPct val="100000"/>
                        </a:lnSpc>
                        <a:spcBef>
                          <a:spcPts val="0"/>
                        </a:spcBef>
                        <a:spcAft>
                          <a:spcPts val="0"/>
                        </a:spcAft>
                        <a:buNone/>
                      </a:pPr>
                      <a:r>
                        <a:rPr lang="en-US" altLang="zh-CN" sz="1800" b="0" i="0" u="none" strike="noStrike" kern="1200" cap="none" spc="0" baseline="0">
                          <a:solidFill>
                            <a:srgbClr val="000000"/>
                          </a:solidFill>
                          <a:latin typeface="Century Schoolbook" charset="0"/>
                          <a:ea typeface="宋体" charset="0"/>
                          <a:cs typeface="Century Schoolbook" charset="0"/>
                        </a:rPr>
                        <a:t>2. </a:t>
                      </a:r>
                      <a:endParaRPr lang="zh-CN" altLang="en-US" sz="1100" b="0" i="0" u="none" strike="noStrike" kern="1200" cap="none" spc="0" baseline="0">
                        <a:solidFill>
                          <a:srgbClr val="000000"/>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FFEDE7"/>
                    </a:solidFill>
                  </a:tcPr>
                </a:tc>
                <a:tc>
                  <a:txBody>
                    <a:bodyPr/>
                    <a:lstStyle/>
                    <a:p>
                      <a:pPr marL="228600" indent="-228600" algn="l" eaLnBrk="1" latinLnBrk="0" hangingPunct="1">
                        <a:lnSpc>
                          <a:spcPct val="100000"/>
                        </a:lnSpc>
                        <a:spcBef>
                          <a:spcPts val="0"/>
                        </a:spcBef>
                        <a:spcAft>
                          <a:spcPts val="0"/>
                        </a:spcAft>
                        <a:buClrTx/>
                        <a:buAutoNum type="alphaUcPeriod"/>
                      </a:pPr>
                      <a:r>
                        <a:rPr lang="en-US" altLang="zh-CN" sz="1000" b="0" i="0" u="none" strike="noStrike" kern="1200" cap="none" spc="0" baseline="0">
                          <a:solidFill>
                            <a:srgbClr val="000000"/>
                          </a:solidFill>
                          <a:latin typeface="Century Schoolbook" charset="0"/>
                          <a:ea typeface="宋体" charset="0"/>
                          <a:cs typeface="Century Schoolbook" charset="0"/>
                        </a:rPr>
                        <a:t>K. Singh et al.</a:t>
                      </a:r>
                    </a:p>
                    <a:p>
                      <a:pPr marL="228600" indent="-228600" algn="l" eaLnBrk="1" latinLnBrk="0" hangingPunct="1">
                        <a:lnSpc>
                          <a:spcPct val="100000"/>
                        </a:lnSpc>
                        <a:spcBef>
                          <a:spcPts val="0"/>
                        </a:spcBef>
                        <a:spcAft>
                          <a:spcPts val="0"/>
                        </a:spcAft>
                        <a:buClrTx/>
                        <a:buAutoNum type="alphaUcPeriod"/>
                      </a:pPr>
                      <a:endParaRPr lang="en-US" altLang="zh-CN" sz="1000" b="0" i="0" u="none" strike="noStrike" kern="1200" cap="none" spc="0" baseline="0">
                        <a:solidFill>
                          <a:srgbClr val="000000"/>
                        </a:solidFill>
                        <a:latin typeface="Century Schoolbook" charset="0"/>
                        <a:ea typeface="宋体" charset="0"/>
                        <a:cs typeface="Century Schoolbook" charset="0"/>
                      </a:endParaRPr>
                    </a:p>
                    <a:p>
                      <a:pPr marL="228600" indent="-228600" algn="l" eaLnBrk="1" latinLnBrk="0" hangingPunct="1">
                        <a:lnSpc>
                          <a:spcPct val="100000"/>
                        </a:lnSpc>
                        <a:spcBef>
                          <a:spcPts val="0"/>
                        </a:spcBef>
                        <a:spcAft>
                          <a:spcPts val="0"/>
                        </a:spcAft>
                        <a:buClrTx/>
                        <a:buAutoNum type="alphaUcPeriod"/>
                      </a:pPr>
                      <a:endParaRPr lang="en-US" altLang="zh-CN" sz="1000" b="0" i="0" u="none" strike="noStrike" kern="1200" cap="none" spc="0" baseline="0">
                        <a:solidFill>
                          <a:srgbClr val="000000"/>
                        </a:solidFill>
                        <a:latin typeface="Century Schoolbook" charset="0"/>
                        <a:ea typeface="宋体" charset="0"/>
                        <a:cs typeface="Century Schoolbook" charset="0"/>
                      </a:endParaRPr>
                    </a:p>
                    <a:p>
                      <a:pPr marL="0" indent="0" algn="l" eaLnBrk="1" latinLnBrk="0" hangingPunct="1">
                        <a:lnSpc>
                          <a:spcPct val="100000"/>
                        </a:lnSpc>
                        <a:spcBef>
                          <a:spcPts val="0"/>
                        </a:spcBef>
                        <a:spcAft>
                          <a:spcPts val="0"/>
                        </a:spcAft>
                        <a:buNone/>
                      </a:pPr>
                      <a:endParaRPr lang="en-US" altLang="zh-CN" sz="1000" b="0" i="0" u="none" strike="noStrike" kern="1200" cap="none" spc="0" baseline="0">
                        <a:solidFill>
                          <a:srgbClr val="000000"/>
                        </a:solidFill>
                        <a:latin typeface="Century Schoolbook" charset="0"/>
                        <a:ea typeface="宋体" charset="0"/>
                        <a:cs typeface="Century Schoolbook" charset="0"/>
                      </a:endParaRPr>
                    </a:p>
                    <a:p>
                      <a:pPr marL="0" indent="0" algn="l" eaLnBrk="1" latinLnBrk="0" hangingPunct="1">
                        <a:lnSpc>
                          <a:spcPct val="100000"/>
                        </a:lnSpc>
                        <a:spcBef>
                          <a:spcPts val="0"/>
                        </a:spcBef>
                        <a:spcAft>
                          <a:spcPts val="0"/>
                        </a:spcAft>
                        <a:buNone/>
                      </a:pPr>
                      <a:endParaRPr lang="zh-CN" altLang="en-US" sz="1000" b="0" i="0" u="none" strike="noStrike" kern="1200" cap="none" spc="0" baseline="0">
                        <a:solidFill>
                          <a:srgbClr val="000000"/>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FFEDE7"/>
                    </a:solidFill>
                  </a:tcPr>
                </a:tc>
                <a:tc>
                  <a:txBody>
                    <a:bodyPr/>
                    <a:lstStyle/>
                    <a:p>
                      <a:pPr marL="0" indent="0" algn="l" eaLnBrk="1" latinLnBrk="0" hangingPunct="1">
                        <a:lnSpc>
                          <a:spcPct val="100000"/>
                        </a:lnSpc>
                        <a:spcBef>
                          <a:spcPts val="0"/>
                        </a:spcBef>
                        <a:spcAft>
                          <a:spcPts val="0"/>
                        </a:spcAft>
                        <a:buNone/>
                      </a:pPr>
                      <a:r>
                        <a:rPr lang="en-US" altLang="zh-CN" sz="1000" b="0" i="0" u="none" strike="noStrike" kern="1200" cap="none" spc="0" baseline="0">
                          <a:solidFill>
                            <a:srgbClr val="000000"/>
                          </a:solidFill>
                          <a:latin typeface="Century Schoolbook" charset="0"/>
                          <a:ea typeface="宋体" charset="0"/>
                          <a:cs typeface="Century Schoolbook" charset="0"/>
                        </a:rPr>
                        <a:t> "Personalized Learning Platform using Machine Learning and IoT“</a:t>
                      </a:r>
                    </a:p>
                    <a:p>
                      <a:pPr marL="0" indent="0" algn="l" eaLnBrk="1" latinLnBrk="0" hangingPunct="1">
                        <a:lnSpc>
                          <a:spcPct val="100000"/>
                        </a:lnSpc>
                        <a:spcBef>
                          <a:spcPts val="0"/>
                        </a:spcBef>
                        <a:spcAft>
                          <a:spcPts val="0"/>
                        </a:spcAft>
                        <a:buNone/>
                      </a:pPr>
                      <a:endParaRPr lang="zh-CN" altLang="en-US" sz="1000" b="0" i="0" u="none" strike="noStrike" kern="1200" cap="none" spc="0" baseline="0">
                        <a:solidFill>
                          <a:srgbClr val="000000"/>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FFEDE7"/>
                    </a:solidFill>
                  </a:tcPr>
                </a:tc>
                <a:tc>
                  <a:txBody>
                    <a:bodyPr/>
                    <a:lstStyle/>
                    <a:p>
                      <a:pPr marL="0" indent="0" algn="l" eaLnBrk="1" latinLnBrk="0" hangingPunct="1">
                        <a:lnSpc>
                          <a:spcPct val="100000"/>
                        </a:lnSpc>
                        <a:spcBef>
                          <a:spcPts val="0"/>
                        </a:spcBef>
                        <a:spcAft>
                          <a:spcPts val="0"/>
                        </a:spcAft>
                        <a:buNone/>
                      </a:pPr>
                      <a:r>
                        <a:rPr lang="en-US" altLang="zh-CN" sz="1000" b="0" i="0" u="none" strike="noStrike" kern="1200" cap="none" spc="0" baseline="0">
                          <a:solidFill>
                            <a:srgbClr val="000000"/>
                          </a:solidFill>
                          <a:latin typeface="Century Schoolbook" charset="0"/>
                          <a:ea typeface="宋体" charset="0"/>
                          <a:cs typeface="Century Schoolbook" charset="0"/>
                        </a:rPr>
                        <a:t>International Journal of Intelligent Systems and Applications</a:t>
                      </a:r>
                    </a:p>
                    <a:p>
                      <a:pPr marL="0" indent="0" algn="l" eaLnBrk="1" latinLnBrk="0" hangingPunct="1">
                        <a:lnSpc>
                          <a:spcPct val="100000"/>
                        </a:lnSpc>
                        <a:spcBef>
                          <a:spcPts val="0"/>
                        </a:spcBef>
                        <a:spcAft>
                          <a:spcPts val="0"/>
                        </a:spcAft>
                        <a:buNone/>
                      </a:pPr>
                      <a:endParaRPr lang="zh-CN" altLang="en-US" sz="1000" b="0" i="0" u="none" strike="noStrike" kern="1200" cap="none" spc="0" baseline="0">
                        <a:solidFill>
                          <a:srgbClr val="000000"/>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FFEDE7"/>
                    </a:solidFill>
                  </a:tcPr>
                </a:tc>
                <a:tc>
                  <a:txBody>
                    <a:bodyPr/>
                    <a:lstStyle/>
                    <a:p>
                      <a:pPr marL="0" indent="0" algn="l" eaLnBrk="1" latinLnBrk="0" hangingPunct="1">
                        <a:lnSpc>
                          <a:spcPct val="100000"/>
                        </a:lnSpc>
                        <a:spcBef>
                          <a:spcPts val="0"/>
                        </a:spcBef>
                        <a:spcAft>
                          <a:spcPts val="0"/>
                        </a:spcAft>
                        <a:buNone/>
                      </a:pPr>
                      <a:r>
                        <a:rPr lang="en-US" altLang="zh-CN" sz="1000" b="0" i="0" u="none" strike="noStrike" kern="1200" cap="none" spc="0" baseline="0">
                          <a:solidFill>
                            <a:srgbClr val="000000"/>
                          </a:solidFill>
                          <a:latin typeface="Century Schoolbook" charset="0"/>
                          <a:ea typeface="宋体" charset="0"/>
                          <a:cs typeface="Century Schoolbook" charset="0"/>
                        </a:rPr>
                        <a:t>Developed a personalized learning platform using machine learning and IoT, resulting in improved student engagement.</a:t>
                      </a:r>
                    </a:p>
                    <a:p>
                      <a:pPr marL="0" indent="0" algn="l" eaLnBrk="1" latinLnBrk="0" hangingPunct="1">
                        <a:lnSpc>
                          <a:spcPct val="100000"/>
                        </a:lnSpc>
                        <a:spcBef>
                          <a:spcPts val="0"/>
                        </a:spcBef>
                        <a:spcAft>
                          <a:spcPts val="0"/>
                        </a:spcAft>
                        <a:buNone/>
                      </a:pPr>
                      <a:endParaRPr lang="en-US" altLang="zh-CN" sz="1000" b="0" i="0" u="none" strike="noStrike" kern="1200" cap="none" spc="0" baseline="0">
                        <a:solidFill>
                          <a:srgbClr val="000000"/>
                        </a:solidFill>
                        <a:latin typeface="Century Schoolbook" charset="0"/>
                        <a:ea typeface="宋体" charset="0"/>
                        <a:cs typeface="Century Schoolbook" charset="0"/>
                      </a:endParaRPr>
                    </a:p>
                    <a:p>
                      <a:pPr marL="0" indent="0" algn="l" eaLnBrk="1" latinLnBrk="0" hangingPunct="1">
                        <a:lnSpc>
                          <a:spcPct val="100000"/>
                        </a:lnSpc>
                        <a:spcBef>
                          <a:spcPts val="0"/>
                        </a:spcBef>
                        <a:spcAft>
                          <a:spcPts val="0"/>
                        </a:spcAft>
                        <a:buNone/>
                      </a:pPr>
                      <a:r>
                        <a:rPr lang="en-US" altLang="zh-CN" sz="1000" b="0" i="0" u="none" strike="noStrike" kern="1200" cap="none" spc="0" baseline="0">
                          <a:solidFill>
                            <a:srgbClr val="000000"/>
                          </a:solidFill>
                          <a:latin typeface="Century Schoolbook" charset="0"/>
                          <a:ea typeface="宋体" charset="0"/>
                          <a:cs typeface="Century Schoolbook" charset="0"/>
                        </a:rPr>
                        <a:t> </a:t>
                      </a:r>
                      <a:endParaRPr lang="zh-CN" altLang="en-US" sz="1000" b="0" i="0" u="none" strike="noStrike" kern="1200" cap="none" spc="0" baseline="0">
                        <a:solidFill>
                          <a:srgbClr val="000000"/>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FFEDE7"/>
                    </a:solidFill>
                  </a:tcPr>
                </a:tc>
                <a:tc>
                  <a:txBody>
                    <a:bodyPr/>
                    <a:lstStyle/>
                    <a:p>
                      <a:pPr marL="0" indent="0" algn="l" eaLnBrk="1" latinLnBrk="0" hangingPunct="1">
                        <a:lnSpc>
                          <a:spcPct val="100000"/>
                        </a:lnSpc>
                        <a:spcBef>
                          <a:spcPts val="0"/>
                        </a:spcBef>
                        <a:spcAft>
                          <a:spcPts val="0"/>
                        </a:spcAft>
                        <a:buNone/>
                      </a:pPr>
                      <a:r>
                        <a:rPr lang="en-US" altLang="zh-CN" sz="1000" b="0" i="0" u="none" strike="noStrike" kern="1200" cap="none" spc="0" baseline="0">
                          <a:solidFill>
                            <a:srgbClr val="000000"/>
                          </a:solidFill>
                          <a:latin typeface="Century Schoolbook" charset="0"/>
                          <a:ea typeface="宋体" charset="0"/>
                          <a:cs typeface="Century Schoolbook" charset="0"/>
                        </a:rPr>
                        <a:t>Education, Personalized Learning |</a:t>
                      </a:r>
                      <a:endParaRPr lang="zh-CN" altLang="en-US" sz="1000" b="0" i="0" u="none" strike="noStrike" kern="1200" cap="none" spc="0" baseline="0">
                        <a:solidFill>
                          <a:srgbClr val="000000"/>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FFEDE7"/>
                    </a:solidFill>
                  </a:tcPr>
                </a:tc>
                <a:extLst>
                  <a:ext uri="{0D108BD9-81ED-4DB2-BD59-A6C34878D82A}">
                    <a16:rowId xmlns:a16="http://schemas.microsoft.com/office/drawing/2014/main" val="10002"/>
                  </a:ext>
                </a:extLst>
              </a:tr>
              <a:tr h="902639">
                <a:tc>
                  <a:txBody>
                    <a:bodyPr/>
                    <a:lstStyle/>
                    <a:p>
                      <a:pPr marL="0" indent="0" algn="l" eaLnBrk="1" latinLnBrk="0" hangingPunct="1">
                        <a:lnSpc>
                          <a:spcPct val="100000"/>
                        </a:lnSpc>
                        <a:spcBef>
                          <a:spcPts val="0"/>
                        </a:spcBef>
                        <a:spcAft>
                          <a:spcPts val="0"/>
                        </a:spcAft>
                        <a:buNone/>
                      </a:pPr>
                      <a:r>
                        <a:rPr lang="en-US" altLang="zh-CN" sz="1800" b="0" i="0" u="none" strike="noStrike" kern="1200" cap="none" spc="0" baseline="0">
                          <a:solidFill>
                            <a:srgbClr val="000000"/>
                          </a:solidFill>
                          <a:latin typeface="Century Schoolbook" charset="0"/>
                          <a:ea typeface="宋体" charset="0"/>
                          <a:cs typeface="Century Schoolbook" charset="0"/>
                        </a:rPr>
                        <a:t>3.</a:t>
                      </a:r>
                      <a:endParaRPr lang="zh-CN" altLang="en-US" sz="1800" b="0" i="0" u="none" strike="noStrike" kern="1200" cap="none" spc="0" baseline="0">
                        <a:solidFill>
                          <a:srgbClr val="000000"/>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FFD9CD"/>
                    </a:solidFill>
                  </a:tcPr>
                </a:tc>
                <a:tc>
                  <a:txBody>
                    <a:bodyPr/>
                    <a:lstStyle/>
                    <a:p>
                      <a:pPr marL="0" indent="0" algn="l" eaLnBrk="1" latinLnBrk="0" hangingPunct="1">
                        <a:lnSpc>
                          <a:spcPct val="100000"/>
                        </a:lnSpc>
                        <a:spcBef>
                          <a:spcPts val="0"/>
                        </a:spcBef>
                        <a:spcAft>
                          <a:spcPts val="0"/>
                        </a:spcAft>
                        <a:buNone/>
                      </a:pPr>
                      <a:r>
                        <a:rPr lang="en-US" altLang="zh-CN" sz="1000" b="0" i="0" u="none" strike="noStrike" kern="1200" cap="none" spc="0" baseline="0">
                          <a:solidFill>
                            <a:srgbClr val="000000"/>
                          </a:solidFill>
                          <a:latin typeface="Century Schoolbook" charset="0"/>
                          <a:ea typeface="宋体" charset="0"/>
                          <a:cs typeface="Century Schoolbook" charset="0"/>
                        </a:rPr>
                        <a:t> R. K. Sharma et al.</a:t>
                      </a:r>
                      <a:endParaRPr lang="zh-CN" altLang="en-US" sz="1000" b="0" i="0" u="none" strike="noStrike" kern="1200" cap="none" spc="0" baseline="0">
                        <a:solidFill>
                          <a:srgbClr val="000000"/>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FFD9CD"/>
                    </a:solidFill>
                  </a:tcPr>
                </a:tc>
                <a:tc>
                  <a:txBody>
                    <a:bodyPr/>
                    <a:lstStyle/>
                    <a:p>
                      <a:pPr marL="0" indent="0" algn="l" eaLnBrk="1" latinLnBrk="0" hangingPunct="1">
                        <a:lnSpc>
                          <a:spcPct val="100000"/>
                        </a:lnSpc>
                        <a:spcBef>
                          <a:spcPts val="0"/>
                        </a:spcBef>
                        <a:spcAft>
                          <a:spcPts val="0"/>
                        </a:spcAft>
                        <a:buNone/>
                      </a:pPr>
                      <a:r>
                        <a:rPr lang="en-US" altLang="zh-CN" sz="1000" b="0" i="0" u="none" strike="noStrike" kern="1200" cap="none" spc="0" baseline="0">
                          <a:solidFill>
                            <a:srgbClr val="000000"/>
                          </a:solidFill>
                          <a:latin typeface="Century Schoolbook" charset="0"/>
                          <a:ea typeface="宋体" charset="0"/>
                          <a:cs typeface="Century Schoolbook" charset="0"/>
                        </a:rPr>
                        <a:t>"Real-time Feedback System using AI-powered Chatbots and IoT" </a:t>
                      </a:r>
                      <a:endParaRPr lang="zh-CN" altLang="en-US" sz="1000" b="0" i="0" u="none" strike="noStrike" kern="1200" cap="none" spc="0" baseline="0">
                        <a:solidFill>
                          <a:srgbClr val="000000"/>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FFD9CD"/>
                    </a:solidFill>
                  </a:tcPr>
                </a:tc>
                <a:tc>
                  <a:txBody>
                    <a:bodyPr/>
                    <a:lstStyle/>
                    <a:p>
                      <a:pPr marL="0" indent="0" algn="l" eaLnBrk="1" latinLnBrk="0" hangingPunct="1">
                        <a:lnSpc>
                          <a:spcPct val="100000"/>
                        </a:lnSpc>
                        <a:spcBef>
                          <a:spcPts val="0"/>
                        </a:spcBef>
                        <a:spcAft>
                          <a:spcPts val="0"/>
                        </a:spcAft>
                        <a:buNone/>
                      </a:pPr>
                      <a:r>
                        <a:rPr lang="en-US" altLang="zh-CN" sz="1000" b="0" i="0" u="none" strike="noStrike" kern="1200" cap="none" spc="0" baseline="0">
                          <a:solidFill>
                            <a:srgbClr val="000000"/>
                          </a:solidFill>
                          <a:latin typeface="Century Schoolbook" charset="0"/>
                          <a:ea typeface="宋体" charset="0"/>
                          <a:cs typeface="Century Schoolbook" charset="0"/>
                        </a:rPr>
                        <a:t>International Journal of Advanced Research in Computer Science</a:t>
                      </a:r>
                      <a:endParaRPr lang="zh-CN" altLang="en-US" sz="1000" b="0" i="0" u="none" strike="noStrike" kern="1200" cap="none" spc="0" baseline="0">
                        <a:solidFill>
                          <a:srgbClr val="000000"/>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FFD9CD"/>
                    </a:solidFill>
                  </a:tcPr>
                </a:tc>
                <a:tc>
                  <a:txBody>
                    <a:bodyPr/>
                    <a:lstStyle/>
                    <a:p>
                      <a:pPr marL="0" indent="0" algn="l" eaLnBrk="1" latinLnBrk="0" hangingPunct="1">
                        <a:lnSpc>
                          <a:spcPct val="100000"/>
                        </a:lnSpc>
                        <a:spcBef>
                          <a:spcPts val="0"/>
                        </a:spcBef>
                        <a:spcAft>
                          <a:spcPts val="0"/>
                        </a:spcAft>
                        <a:buNone/>
                      </a:pPr>
                      <a:r>
                        <a:rPr lang="en-US" altLang="zh-CN" sz="1000" b="0" i="0" u="none" strike="noStrike" kern="1200" cap="none" spc="0" baseline="0">
                          <a:solidFill>
                            <a:srgbClr val="000000"/>
                          </a:solidFill>
                          <a:latin typeface="Century Schoolbook" charset="0"/>
                          <a:ea typeface="宋体" charset="0"/>
                          <a:cs typeface="Century Schoolbook" charset="0"/>
                        </a:rPr>
                        <a:t> Designed a real-time feedback system using AI-powered chatbots and IoT, enhancing student-teacher interaction. </a:t>
                      </a:r>
                      <a:endParaRPr lang="zh-CN" altLang="en-US" sz="1000" b="0" i="0" u="none" strike="noStrike" kern="1200" cap="none" spc="0" baseline="0">
                        <a:solidFill>
                          <a:srgbClr val="000000"/>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FFD9CD"/>
                    </a:solidFill>
                  </a:tcPr>
                </a:tc>
                <a:tc>
                  <a:txBody>
                    <a:bodyPr/>
                    <a:lstStyle/>
                    <a:p>
                      <a:pPr marL="0" indent="0" algn="l" eaLnBrk="1" latinLnBrk="0" hangingPunct="1">
                        <a:lnSpc>
                          <a:spcPct val="100000"/>
                        </a:lnSpc>
                        <a:spcBef>
                          <a:spcPts val="0"/>
                        </a:spcBef>
                        <a:spcAft>
                          <a:spcPts val="0"/>
                        </a:spcAft>
                        <a:buNone/>
                      </a:pPr>
                      <a:r>
                        <a:rPr lang="en-US" altLang="zh-CN" sz="1000" b="0" i="0" u="none" strike="noStrike" kern="1200" cap="none" spc="0" baseline="0">
                          <a:solidFill>
                            <a:srgbClr val="000000"/>
                          </a:solidFill>
                          <a:latin typeface="Century Schoolbook" charset="0"/>
                          <a:ea typeface="宋体" charset="0"/>
                          <a:cs typeface="Century Schoolbook" charset="0"/>
                        </a:rPr>
                        <a:t>Education, Feedback Systems</a:t>
                      </a:r>
                      <a:endParaRPr lang="zh-CN" altLang="en-US" sz="1000" b="0" i="0" u="none" strike="noStrike" kern="1200" cap="none" spc="0" baseline="0">
                        <a:solidFill>
                          <a:srgbClr val="000000"/>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FFD9CD"/>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8924885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FD272-5A2E-1803-56A6-D9048961B4D5}"/>
              </a:ext>
            </a:extLst>
          </p:cNvPr>
          <p:cNvSpPr>
            <a:spLocks noGrp="1"/>
          </p:cNvSpPr>
          <p:nvPr>
            <p:ph type="title"/>
          </p:nvPr>
        </p:nvSpPr>
        <p:spPr/>
        <p:txBody>
          <a:bodyPr/>
          <a:lstStyle/>
          <a:p>
            <a:r>
              <a:rPr lang="en-IN" sz="3600" dirty="0"/>
              <a:t>          Existing Methods</a:t>
            </a:r>
          </a:p>
        </p:txBody>
      </p:sp>
      <p:sp>
        <p:nvSpPr>
          <p:cNvPr id="3" name="Text Placeholder 2">
            <a:extLst>
              <a:ext uri="{FF2B5EF4-FFF2-40B4-BE49-F238E27FC236}">
                <a16:creationId xmlns:a16="http://schemas.microsoft.com/office/drawing/2014/main" id="{C8D4044C-7591-291A-F4F4-E91576162170}"/>
              </a:ext>
            </a:extLst>
          </p:cNvPr>
          <p:cNvSpPr>
            <a:spLocks noGrp="1"/>
          </p:cNvSpPr>
          <p:nvPr>
            <p:ph type="body" idx="1"/>
          </p:nvPr>
        </p:nvSpPr>
        <p:spPr/>
        <p:txBody>
          <a:bodyPr/>
          <a:lstStyle/>
          <a:p>
            <a:pPr marL="0" indent="0">
              <a:buNone/>
            </a:pPr>
            <a:r>
              <a:rPr lang="en-US" sz="2000" dirty="0"/>
              <a:t>1.Automated Attendance Systems: </a:t>
            </a:r>
          </a:p>
          <a:p>
            <a:pPr>
              <a:buFont typeface="Wingdings" panose="05000000000000000000" pitchFamily="2" charset="2"/>
              <a:buChar char="ü"/>
            </a:pPr>
            <a:r>
              <a:rPr lang="en-US" sz="1800" dirty="0"/>
              <a:t>By deploying cameras within the classroom, </a:t>
            </a:r>
          </a:p>
          <a:p>
            <a:pPr marL="0" indent="0">
              <a:buNone/>
            </a:pPr>
            <a:r>
              <a:rPr lang="en-US" sz="1800" dirty="0"/>
              <a:t>computer vision algorithms can perform facial </a:t>
            </a:r>
          </a:p>
          <a:p>
            <a:pPr marL="0" indent="0">
              <a:buNone/>
            </a:pPr>
            <a:r>
              <a:rPr lang="en-US" sz="1800" dirty="0"/>
              <a:t>recognition to identify and record student </a:t>
            </a:r>
          </a:p>
          <a:p>
            <a:pPr marL="0" indent="0">
              <a:buNone/>
            </a:pPr>
            <a:r>
              <a:rPr lang="en-US" sz="1800" dirty="0"/>
              <a:t>attendance automatically. This method reduces</a:t>
            </a:r>
          </a:p>
          <a:p>
            <a:pPr marL="0" indent="0">
              <a:buNone/>
            </a:pPr>
            <a:r>
              <a:rPr lang="en-US" sz="1800" dirty="0"/>
              <a:t> manual effort and increases accuracy. </a:t>
            </a:r>
          </a:p>
          <a:p>
            <a:pPr marL="0" indent="0">
              <a:buNone/>
            </a:pPr>
            <a:r>
              <a:rPr lang="en-US" sz="2000" dirty="0"/>
              <a:t>2.Environmental Control: </a:t>
            </a:r>
          </a:p>
          <a:p>
            <a:pPr>
              <a:buFont typeface="Wingdings" panose="05000000000000000000" pitchFamily="2" charset="2"/>
              <a:buChar char="ü"/>
            </a:pPr>
            <a:r>
              <a:rPr lang="en-US" sz="1800" dirty="0"/>
              <a:t>IOT devices equipped with sensors monitor </a:t>
            </a:r>
          </a:p>
          <a:p>
            <a:pPr marL="0" indent="0">
              <a:buNone/>
            </a:pPr>
            <a:r>
              <a:rPr lang="en-US" sz="1800" dirty="0"/>
              <a:t>environmental parameters such as temperature, </a:t>
            </a:r>
          </a:p>
          <a:p>
            <a:pPr marL="0" indent="0">
              <a:buNone/>
            </a:pPr>
            <a:r>
              <a:rPr lang="en-US" sz="1800" dirty="0"/>
              <a:t>humidity, and lighting. </a:t>
            </a:r>
          </a:p>
          <a:p>
            <a:pPr marL="0" indent="0">
              <a:buNone/>
            </a:pPr>
            <a:r>
              <a:rPr lang="en-US" sz="2000" dirty="0"/>
              <a:t>3.Security Monitoring: </a:t>
            </a:r>
          </a:p>
          <a:p>
            <a:pPr>
              <a:buFont typeface="Wingdings" panose="05000000000000000000" pitchFamily="2" charset="2"/>
              <a:buChar char="ü"/>
            </a:pPr>
            <a:r>
              <a:rPr lang="en-US" sz="1800" dirty="0"/>
              <a:t>Integrating OpenCV with IoT devices enhances</a:t>
            </a:r>
          </a:p>
          <a:p>
            <a:pPr marL="0" indent="0">
              <a:buNone/>
            </a:pPr>
            <a:r>
              <a:rPr lang="en-US" sz="1800" dirty="0"/>
              <a:t> classroom security. </a:t>
            </a:r>
            <a:endParaRPr lang="en-IN" sz="1800" dirty="0"/>
          </a:p>
        </p:txBody>
      </p:sp>
      <p:pic>
        <p:nvPicPr>
          <p:cNvPr id="5" name="Picture 4">
            <a:extLst>
              <a:ext uri="{FF2B5EF4-FFF2-40B4-BE49-F238E27FC236}">
                <a16:creationId xmlns:a16="http://schemas.microsoft.com/office/drawing/2014/main" id="{06BAE4E5-5F6F-A266-18EF-607633B81B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80140" y="1772770"/>
            <a:ext cx="3204971" cy="1857086"/>
          </a:xfrm>
          <a:prstGeom prst="rect">
            <a:avLst/>
          </a:prstGeom>
        </p:spPr>
      </p:pic>
      <p:pic>
        <p:nvPicPr>
          <p:cNvPr id="7" name="Picture 6">
            <a:extLst>
              <a:ext uri="{FF2B5EF4-FFF2-40B4-BE49-F238E27FC236}">
                <a16:creationId xmlns:a16="http://schemas.microsoft.com/office/drawing/2014/main" id="{252F3BCE-5E28-CCFD-80C3-2AA00C4D71F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98281" y="4221110"/>
            <a:ext cx="2935805" cy="2118450"/>
          </a:xfrm>
          <a:prstGeom prst="rect">
            <a:avLst/>
          </a:prstGeom>
        </p:spPr>
      </p:pic>
    </p:spTree>
    <p:extLst>
      <p:ext uri="{BB962C8B-B14F-4D97-AF65-F5344CB8AC3E}">
        <p14:creationId xmlns:p14="http://schemas.microsoft.com/office/powerpoint/2010/main" val="22359056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BD06A-9820-4DB4-3BD2-852A3C038CAB}"/>
              </a:ext>
            </a:extLst>
          </p:cNvPr>
          <p:cNvSpPr>
            <a:spLocks noGrp="1"/>
          </p:cNvSpPr>
          <p:nvPr>
            <p:ph type="title"/>
          </p:nvPr>
        </p:nvSpPr>
        <p:spPr/>
        <p:txBody>
          <a:bodyPr/>
          <a:lstStyle/>
          <a:p>
            <a:r>
              <a:rPr lang="en-IN" dirty="0"/>
              <a:t>             Proposed Solutions</a:t>
            </a:r>
          </a:p>
        </p:txBody>
      </p:sp>
      <p:sp>
        <p:nvSpPr>
          <p:cNvPr id="3" name="Text Placeholder 2">
            <a:extLst>
              <a:ext uri="{FF2B5EF4-FFF2-40B4-BE49-F238E27FC236}">
                <a16:creationId xmlns:a16="http://schemas.microsoft.com/office/drawing/2014/main" id="{5FBDFBE2-9287-51A2-21B8-DC17F4B7108F}"/>
              </a:ext>
            </a:extLst>
          </p:cNvPr>
          <p:cNvSpPr>
            <a:spLocks noGrp="1"/>
          </p:cNvSpPr>
          <p:nvPr>
            <p:ph type="body" idx="1"/>
          </p:nvPr>
        </p:nvSpPr>
        <p:spPr>
          <a:xfrm>
            <a:off x="457200" y="1600200"/>
            <a:ext cx="8219370" cy="4873752"/>
          </a:xfrm>
        </p:spPr>
        <p:txBody>
          <a:bodyPr/>
          <a:lstStyle/>
          <a:p>
            <a:pPr marL="0" indent="0">
              <a:buNone/>
            </a:pPr>
            <a:r>
              <a:rPr lang="en-IN" sz="2000" dirty="0"/>
              <a:t>1.Automated strength detection using computer vision:</a:t>
            </a:r>
          </a:p>
          <a:p>
            <a:pPr>
              <a:buFont typeface="Wingdings" panose="05000000000000000000" pitchFamily="2" charset="2"/>
              <a:buChar char="ü"/>
            </a:pPr>
            <a:r>
              <a:rPr lang="en-US" sz="1800" dirty="0"/>
              <a:t>Cameras capture images of students</a:t>
            </a:r>
            <a:r>
              <a:rPr lang="en-US" dirty="0"/>
              <a:t>.</a:t>
            </a:r>
          </a:p>
          <a:p>
            <a:pPr>
              <a:buFont typeface="Wingdings" panose="05000000000000000000" pitchFamily="2" charset="2"/>
              <a:buChar char="v"/>
            </a:pPr>
            <a:r>
              <a:rPr lang="en-US" sz="2000" dirty="0"/>
              <a:t>CV Process:</a:t>
            </a:r>
          </a:p>
          <a:p>
            <a:pPr>
              <a:buFont typeface="Wingdings" panose="05000000000000000000" pitchFamily="2" charset="2"/>
              <a:buChar char="ü"/>
            </a:pPr>
            <a:r>
              <a:rPr lang="en-US" sz="1800" dirty="0"/>
              <a:t>Use open cv for face detection. </a:t>
            </a:r>
          </a:p>
          <a:p>
            <a:pPr>
              <a:buFont typeface="Wingdings" panose="05000000000000000000" pitchFamily="2" charset="2"/>
              <a:buChar char="ü"/>
            </a:pPr>
            <a:r>
              <a:rPr lang="en-US" sz="1800" dirty="0"/>
              <a:t>Count the num of students by identifying faces.</a:t>
            </a:r>
            <a:endParaRPr lang="en-US" dirty="0"/>
          </a:p>
          <a:p>
            <a:pPr marL="0" indent="0">
              <a:buNone/>
            </a:pPr>
            <a:r>
              <a:rPr lang="en-US" sz="2000" dirty="0"/>
              <a:t>2.Environmental monitoring and control :</a:t>
            </a:r>
          </a:p>
          <a:p>
            <a:pPr>
              <a:buFont typeface="Wingdings" panose="05000000000000000000" pitchFamily="2" charset="2"/>
              <a:buChar char="ü"/>
            </a:pPr>
            <a:r>
              <a:rPr lang="en-US" sz="1800" dirty="0"/>
              <a:t>Combining </a:t>
            </a:r>
            <a:r>
              <a:rPr lang="en-US" sz="1800" dirty="0" err="1"/>
              <a:t>iot</a:t>
            </a:r>
            <a:r>
              <a:rPr lang="en-US" sz="1800" dirty="0"/>
              <a:t> with open cv based occupancy </a:t>
            </a:r>
          </a:p>
          <a:p>
            <a:pPr marL="0" indent="0">
              <a:buNone/>
            </a:pPr>
            <a:r>
              <a:rPr lang="en-US" sz="1800" dirty="0"/>
              <a:t>    detection</a:t>
            </a:r>
          </a:p>
          <a:p>
            <a:pPr>
              <a:buFont typeface="Wingdings" panose="05000000000000000000" pitchFamily="2" charset="2"/>
              <a:buChar char="v"/>
            </a:pPr>
            <a:r>
              <a:rPr lang="en-US" sz="2000" dirty="0"/>
              <a:t>CV Process:</a:t>
            </a:r>
          </a:p>
          <a:p>
            <a:pPr>
              <a:buFont typeface="Wingdings" panose="05000000000000000000" pitchFamily="2" charset="2"/>
              <a:buChar char="ü"/>
            </a:pPr>
            <a:r>
              <a:rPr lang="en-US" sz="1800" dirty="0"/>
              <a:t>Detect the num of persons in the class</a:t>
            </a:r>
          </a:p>
          <a:p>
            <a:pPr>
              <a:buFont typeface="Wingdings" panose="05000000000000000000" pitchFamily="2" charset="2"/>
              <a:buChar char="ü"/>
            </a:pPr>
            <a:r>
              <a:rPr lang="en-US" sz="1800" dirty="0"/>
              <a:t>Identify the zone of the students.</a:t>
            </a:r>
          </a:p>
          <a:p>
            <a:pPr>
              <a:buFont typeface="Wingdings" panose="05000000000000000000" pitchFamily="2" charset="2"/>
              <a:buChar char="ü"/>
            </a:pPr>
            <a:r>
              <a:rPr lang="en-US" sz="1800" dirty="0"/>
              <a:t>Automatically fans turn on/off with the zone</a:t>
            </a:r>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pic>
        <p:nvPicPr>
          <p:cNvPr id="5" name="Picture 4">
            <a:extLst>
              <a:ext uri="{FF2B5EF4-FFF2-40B4-BE49-F238E27FC236}">
                <a16:creationId xmlns:a16="http://schemas.microsoft.com/office/drawing/2014/main" id="{F4261117-A6BB-7AB3-4DE2-A26AB2ECD2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40190" y="2060810"/>
            <a:ext cx="2304320" cy="4149100"/>
          </a:xfrm>
          <a:prstGeom prst="rect">
            <a:avLst/>
          </a:prstGeom>
        </p:spPr>
      </p:pic>
    </p:spTree>
    <p:extLst>
      <p:ext uri="{BB962C8B-B14F-4D97-AF65-F5344CB8AC3E}">
        <p14:creationId xmlns:p14="http://schemas.microsoft.com/office/powerpoint/2010/main" val="17278745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03AEB-A946-C15E-FB81-B3B8A94A9F1D}"/>
              </a:ext>
            </a:extLst>
          </p:cNvPr>
          <p:cNvSpPr>
            <a:spLocks noGrp="1"/>
          </p:cNvSpPr>
          <p:nvPr>
            <p:ph type="title"/>
          </p:nvPr>
        </p:nvSpPr>
        <p:spPr/>
        <p:txBody>
          <a:bodyPr/>
          <a:lstStyle/>
          <a:p>
            <a:r>
              <a:rPr lang="en-IN" dirty="0"/>
              <a:t>            </a:t>
            </a:r>
            <a:r>
              <a:rPr lang="en-IN" dirty="0" err="1"/>
              <a:t>Sofrware</a:t>
            </a:r>
            <a:r>
              <a:rPr lang="en-IN" dirty="0"/>
              <a:t> Requirements</a:t>
            </a:r>
          </a:p>
        </p:txBody>
      </p:sp>
      <p:sp>
        <p:nvSpPr>
          <p:cNvPr id="3" name="Text Placeholder 2">
            <a:extLst>
              <a:ext uri="{FF2B5EF4-FFF2-40B4-BE49-F238E27FC236}">
                <a16:creationId xmlns:a16="http://schemas.microsoft.com/office/drawing/2014/main" id="{B3FB7779-D422-799E-AF75-9A8EDE3B7B86}"/>
              </a:ext>
            </a:extLst>
          </p:cNvPr>
          <p:cNvSpPr>
            <a:spLocks noGrp="1"/>
          </p:cNvSpPr>
          <p:nvPr>
            <p:ph type="body" idx="1"/>
          </p:nvPr>
        </p:nvSpPr>
        <p:spPr/>
        <p:txBody>
          <a:bodyPr/>
          <a:lstStyle/>
          <a:p>
            <a:endParaRPr lang="en-IN" dirty="0"/>
          </a:p>
          <a:p>
            <a:r>
              <a:rPr lang="en-IN" dirty="0"/>
              <a:t>Python (</a:t>
            </a:r>
            <a:r>
              <a:rPr lang="en-IN" sz="2000" dirty="0"/>
              <a:t>for OpenCV programming and flask</a:t>
            </a:r>
            <a:r>
              <a:rPr lang="en-IN" dirty="0"/>
              <a:t>)</a:t>
            </a:r>
          </a:p>
          <a:p>
            <a:pPr>
              <a:buFont typeface="Wingdings" panose="05000000000000000000" pitchFamily="2" charset="2"/>
              <a:buChar char="ü"/>
            </a:pPr>
            <a:r>
              <a:rPr lang="en-US" sz="1600" dirty="0"/>
              <a:t> </a:t>
            </a:r>
            <a:r>
              <a:rPr lang="en-US" sz="1800" dirty="0"/>
              <a:t>Flask is a lightweight Python web framework that helps developers build      web applications.</a:t>
            </a:r>
          </a:p>
          <a:p>
            <a:pPr>
              <a:buFont typeface="Wingdings" panose="05000000000000000000" pitchFamily="2" charset="2"/>
              <a:buChar char="ü"/>
            </a:pPr>
            <a:r>
              <a:rPr lang="en-US" sz="1800" dirty="0"/>
              <a:t> Open CV in Python is an open-source library that provides tools for computer vision, image processing, and machine learning.</a:t>
            </a:r>
            <a:endParaRPr lang="en-IN" sz="1800" dirty="0"/>
          </a:p>
          <a:p>
            <a:pPr>
              <a:buFont typeface="Wingdings" panose="05000000000000000000" pitchFamily="2" charset="2"/>
              <a:buChar char="ü"/>
            </a:pPr>
            <a:endParaRPr lang="en-IN" sz="1800" dirty="0"/>
          </a:p>
          <a:p>
            <a:pPr marL="0" indent="0">
              <a:buNone/>
            </a:pPr>
            <a:endParaRPr lang="en-IN" dirty="0"/>
          </a:p>
        </p:txBody>
      </p:sp>
      <p:pic>
        <p:nvPicPr>
          <p:cNvPr id="5" name="Picture 4">
            <a:extLst>
              <a:ext uri="{FF2B5EF4-FFF2-40B4-BE49-F238E27FC236}">
                <a16:creationId xmlns:a16="http://schemas.microsoft.com/office/drawing/2014/main" id="{C67CB4DA-E7A1-3DF8-E97A-76FA2EDAE8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4264" y="3861061"/>
            <a:ext cx="5728152" cy="2795454"/>
          </a:xfrm>
          <a:prstGeom prst="rect">
            <a:avLst/>
          </a:prstGeom>
        </p:spPr>
      </p:pic>
    </p:spTree>
    <p:extLst>
      <p:ext uri="{BB962C8B-B14F-4D97-AF65-F5344CB8AC3E}">
        <p14:creationId xmlns:p14="http://schemas.microsoft.com/office/powerpoint/2010/main" val="36545546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07375-FF30-5CAA-269F-1CD0DB8B48C4}"/>
              </a:ext>
            </a:extLst>
          </p:cNvPr>
          <p:cNvSpPr>
            <a:spLocks noGrp="1"/>
          </p:cNvSpPr>
          <p:nvPr>
            <p:ph type="title"/>
          </p:nvPr>
        </p:nvSpPr>
        <p:spPr/>
        <p:txBody>
          <a:bodyPr/>
          <a:lstStyle/>
          <a:p>
            <a:r>
              <a:rPr lang="en-IN" dirty="0"/>
              <a:t>                   Partial Results</a:t>
            </a:r>
          </a:p>
        </p:txBody>
      </p:sp>
      <p:sp>
        <p:nvSpPr>
          <p:cNvPr id="3" name="Text Placeholder 2">
            <a:extLst>
              <a:ext uri="{FF2B5EF4-FFF2-40B4-BE49-F238E27FC236}">
                <a16:creationId xmlns:a16="http://schemas.microsoft.com/office/drawing/2014/main" id="{90D673A8-5E3F-7BBE-036D-DB9FD37B6B7A}"/>
              </a:ext>
            </a:extLst>
          </p:cNvPr>
          <p:cNvSpPr>
            <a:spLocks noGrp="1"/>
          </p:cNvSpPr>
          <p:nvPr>
            <p:ph type="body" idx="1"/>
          </p:nvPr>
        </p:nvSpPr>
        <p:spPr/>
        <p:txBody>
          <a:bodyPr/>
          <a:lstStyle/>
          <a:p>
            <a:pPr marL="0" indent="0">
              <a:buNone/>
            </a:pPr>
            <a:endParaRPr lang="en-IN" dirty="0"/>
          </a:p>
        </p:txBody>
      </p:sp>
      <p:pic>
        <p:nvPicPr>
          <p:cNvPr id="5" name="Picture 4">
            <a:extLst>
              <a:ext uri="{FF2B5EF4-FFF2-40B4-BE49-F238E27FC236}">
                <a16:creationId xmlns:a16="http://schemas.microsoft.com/office/drawing/2014/main" id="{67BD1E39-B1E8-0314-4AEF-D6F06D57476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39690" y="1568141"/>
            <a:ext cx="3931911" cy="2211700"/>
          </a:xfrm>
          <a:prstGeom prst="rect">
            <a:avLst/>
          </a:prstGeom>
        </p:spPr>
      </p:pic>
      <p:pic>
        <p:nvPicPr>
          <p:cNvPr id="7" name="Picture 6">
            <a:extLst>
              <a:ext uri="{FF2B5EF4-FFF2-40B4-BE49-F238E27FC236}">
                <a16:creationId xmlns:a16="http://schemas.microsoft.com/office/drawing/2014/main" id="{7E26B398-639B-1F73-997E-C0F620338B6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39690" y="4151949"/>
            <a:ext cx="3931911" cy="2211701"/>
          </a:xfrm>
          <a:prstGeom prst="rect">
            <a:avLst/>
          </a:prstGeom>
        </p:spPr>
      </p:pic>
    </p:spTree>
    <p:extLst>
      <p:ext uri="{BB962C8B-B14F-4D97-AF65-F5344CB8AC3E}">
        <p14:creationId xmlns:p14="http://schemas.microsoft.com/office/powerpoint/2010/main" val="1252072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 name="文本框"/>
          <p:cNvSpPr>
            <a:spLocks noGrp="1"/>
          </p:cNvSpPr>
          <p:nvPr>
            <p:ph type="title"/>
          </p:nvPr>
        </p:nvSpPr>
        <p:spPr>
          <a:xfrm>
            <a:off x="609599" y="116632"/>
            <a:ext cx="8282881" cy="7920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marL="0" indent="0" algn="ctr">
              <a:lnSpc>
                <a:spcPct val="100000"/>
              </a:lnSpc>
              <a:spcBef>
                <a:spcPts val="0"/>
              </a:spcBef>
              <a:spcAft>
                <a:spcPts val="0"/>
              </a:spcAft>
              <a:buNone/>
            </a:pPr>
            <a:r>
              <a:rPr lang="en-US" altLang="zh-CN" sz="3000" b="0" i="0" u="none" strike="noStrike" kern="1200" cap="small" spc="0" baseline="0">
                <a:solidFill>
                  <a:schemeClr val="tx1"/>
                </a:solidFill>
                <a:latin typeface="Times New Roman" pitchFamily="18" charset="0"/>
                <a:ea typeface="华文楷体" charset="0"/>
                <a:cs typeface="Times New Roman" pitchFamily="18" charset="0"/>
              </a:rPr>
              <a:t>References</a:t>
            </a:r>
            <a:endParaRPr lang="zh-CN" altLang="en-US" sz="3000" b="0" i="0" u="none" strike="noStrike" kern="1200" cap="small" spc="0" baseline="0">
              <a:solidFill>
                <a:schemeClr val="tx1"/>
              </a:solidFill>
              <a:latin typeface="Times New Roman" pitchFamily="18" charset="0"/>
              <a:ea typeface="华文楷体" charset="0"/>
              <a:cs typeface="Times New Roman" pitchFamily="18" charset="0"/>
            </a:endParaRPr>
          </a:p>
        </p:txBody>
      </p:sp>
      <p:sp>
        <p:nvSpPr>
          <p:cNvPr id="62" name="文本框"/>
          <p:cNvSpPr>
            <a:spLocks noGrp="1"/>
          </p:cNvSpPr>
          <p:nvPr>
            <p:ph type="body" idx="1"/>
          </p:nvPr>
        </p:nvSpPr>
        <p:spPr>
          <a:xfrm>
            <a:off x="323528" y="1268758"/>
            <a:ext cx="8282881" cy="54006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274320" indent="-274320" algn="l">
              <a:lnSpc>
                <a:spcPct val="100000"/>
              </a:lnSpc>
              <a:spcBef>
                <a:spcPts val="600"/>
              </a:spcBef>
              <a:spcAft>
                <a:spcPts val="0"/>
              </a:spcAft>
              <a:buClr>
                <a:schemeClr val="accent1"/>
              </a:buClr>
              <a:buSzPct val="70000"/>
              <a:buFont typeface="Wingdings" charset="0"/>
              <a:buChar char="Ø"/>
            </a:pPr>
            <a:r>
              <a:rPr lang="en-US" altLang="zh-CN" sz="1600" b="0" i="0" u="none" strike="noStrike" kern="1200" cap="none" spc="0" baseline="0">
                <a:solidFill>
                  <a:schemeClr val="tx1"/>
                </a:solidFill>
                <a:latin typeface="Century Schoolbook" charset="0"/>
                <a:ea typeface="宋体" charset="0"/>
                <a:cs typeface="Lucida Sans" charset="0"/>
              </a:rPr>
              <a:t>K. Atukorala, D. Wijekoon, M. Tharugasini, I. Perera, and C. Silva, “SmartEye - Integrated solution to automation, security and monitoring through mobile phones,” NGMAST 2009 - 3rd Int. Conf. Next Gener. Mob. Appl. Serv. Technol., no. May 2016, pp. 64–69, 2009. </a:t>
            </a:r>
          </a:p>
          <a:p>
            <a:pPr marL="274320" indent="-274320" algn="l">
              <a:lnSpc>
                <a:spcPct val="100000"/>
              </a:lnSpc>
              <a:spcBef>
                <a:spcPts val="600"/>
              </a:spcBef>
              <a:spcAft>
                <a:spcPts val="0"/>
              </a:spcAft>
              <a:buClr>
                <a:schemeClr val="accent1"/>
              </a:buClr>
              <a:buSzPct val="70000"/>
              <a:buFont typeface="Wingdings" charset="0"/>
              <a:buChar char="Ø"/>
            </a:pPr>
            <a:r>
              <a:rPr lang="en-US" altLang="zh-CN" sz="1600" b="0" i="0" u="none" strike="noStrike" kern="1200" cap="none" spc="0" baseline="0">
                <a:solidFill>
                  <a:schemeClr val="tx1"/>
                </a:solidFill>
                <a:latin typeface="Century Schoolbook" charset="0"/>
                <a:ea typeface="宋体" charset="0"/>
                <a:cs typeface="Lucida Sans" charset="0"/>
              </a:rPr>
              <a:t> P. S. Nagendra Reddy, K. T. Kumar Reddy, P. A. Kumar Reddy, G. N. KodandaRamaiah, and S. N. Kishor, “An IoT based automation using android application,” 2016 Int. Conf. Signal Process. Commun. Power Embed. Syst., pp. 285–290, 2016. </a:t>
            </a:r>
          </a:p>
          <a:p>
            <a:pPr marL="274320" indent="-274320" algn="l">
              <a:lnSpc>
                <a:spcPct val="100000"/>
              </a:lnSpc>
              <a:spcBef>
                <a:spcPts val="600"/>
              </a:spcBef>
              <a:spcAft>
                <a:spcPts val="0"/>
              </a:spcAft>
              <a:buClr>
                <a:schemeClr val="accent1"/>
              </a:buClr>
              <a:buSzPct val="70000"/>
              <a:buFont typeface="Wingdings" charset="0"/>
              <a:buChar char="Ø"/>
            </a:pPr>
            <a:r>
              <a:rPr lang="en-US" altLang="zh-CN" sz="1600" b="0" i="0" u="none" strike="noStrike" kern="1200" cap="none" spc="0" baseline="0">
                <a:solidFill>
                  <a:schemeClr val="tx1"/>
                </a:solidFill>
                <a:latin typeface="Century Schoolbook" charset="0"/>
                <a:ea typeface="宋体" charset="0"/>
                <a:cs typeface="Lucida Sans" charset="0"/>
              </a:rPr>
              <a:t>K. Puthea, R. Hartanto, and R. Hidayat, “A Review on Attendance Marking System based on Face Recognition,” 2017 2nd Int. Conf. on Information Technology, Information . Syst and Elect Eng., pp. 303–308, 2017. </a:t>
            </a:r>
          </a:p>
          <a:p>
            <a:pPr marL="274320" indent="-274320" algn="l">
              <a:lnSpc>
                <a:spcPct val="100000"/>
              </a:lnSpc>
              <a:spcBef>
                <a:spcPts val="600"/>
              </a:spcBef>
              <a:spcAft>
                <a:spcPts val="0"/>
              </a:spcAft>
              <a:buClr>
                <a:schemeClr val="accent1"/>
              </a:buClr>
              <a:buSzPct val="70000"/>
              <a:buFont typeface="Wingdings" charset="0"/>
              <a:buChar char="Ø"/>
            </a:pPr>
            <a:r>
              <a:rPr lang="en-US" altLang="zh-CN" sz="1600" b="0" i="0" u="none" strike="noStrike" kern="1200" cap="none" spc="0" baseline="0">
                <a:solidFill>
                  <a:schemeClr val="tx1"/>
                </a:solidFill>
                <a:latin typeface="Century Schoolbook" charset="0"/>
                <a:ea typeface="宋体" charset="0"/>
                <a:cs typeface="Lucida Sans" charset="0"/>
              </a:rPr>
              <a:t>G. Sfikas, “Creating a Smart Room using an IoT approach,” ResearchGate, no. May, 2016. </a:t>
            </a:r>
          </a:p>
          <a:p>
            <a:pPr marL="274320" indent="-274320" algn="l">
              <a:lnSpc>
                <a:spcPct val="100000"/>
              </a:lnSpc>
              <a:spcBef>
                <a:spcPts val="600"/>
              </a:spcBef>
              <a:spcAft>
                <a:spcPts val="0"/>
              </a:spcAft>
              <a:buClr>
                <a:schemeClr val="accent1"/>
              </a:buClr>
              <a:buSzPct val="70000"/>
              <a:buFont typeface="Wingdings" charset="0"/>
              <a:buChar char="Ø"/>
            </a:pPr>
            <a:r>
              <a:rPr lang="en-US" altLang="zh-CN" sz="1600" b="0" i="0" u="none" strike="noStrike" kern="1200" cap="none" spc="0" baseline="0">
                <a:solidFill>
                  <a:schemeClr val="tx1"/>
                </a:solidFill>
                <a:latin typeface="Century Schoolbook" charset="0"/>
                <a:ea typeface="宋体" charset="0"/>
                <a:cs typeface="Lucida Sans" charset="0"/>
              </a:rPr>
              <a:t>J. Lohokare, R. Dani, A. Rajurkar and A. Apte, "An IoT ecosystem for the implementation of scalable wireless automation systems at smart city level," TENCON 2017 - 2017 IEEE Region10 Conference, Penang, 2017, pp. 1503-1508</a:t>
            </a:r>
            <a:endParaRPr lang="zh-CN" altLang="en-US" sz="1600" b="0" i="0" u="none" strike="noStrike" kern="1200" cap="none" spc="0" baseline="0">
              <a:solidFill>
                <a:schemeClr val="tx1"/>
              </a:solidFill>
              <a:latin typeface="Century Schoolbook" charset="0"/>
              <a:ea typeface="宋体" charset="0"/>
              <a:cs typeface="Lucida Sans" charset="0"/>
            </a:endParaRPr>
          </a:p>
        </p:txBody>
      </p:sp>
    </p:spTree>
    <p:extLst>
      <p:ext uri="{BB962C8B-B14F-4D97-AF65-F5344CB8AC3E}">
        <p14:creationId xmlns:p14="http://schemas.microsoft.com/office/powerpoint/2010/main" val="16501317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CCC90-C54E-CAB8-E7AF-7C3025A8DBFC}"/>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C5C04BA7-7B49-B11D-D716-B56A38B1851F}"/>
              </a:ext>
            </a:extLst>
          </p:cNvPr>
          <p:cNvSpPr>
            <a:spLocks noGrp="1"/>
          </p:cNvSpPr>
          <p:nvPr>
            <p:ph type="body" idx="1"/>
          </p:nvPr>
        </p:nvSpPr>
        <p:spPr/>
        <p:txBody>
          <a:bodyPr/>
          <a:lstStyle/>
          <a:p>
            <a:pPr marL="0" indent="0">
              <a:buNone/>
            </a:pPr>
            <a:endParaRPr lang="en-IN" sz="6000" dirty="0"/>
          </a:p>
          <a:p>
            <a:pPr marL="0" indent="0">
              <a:buNone/>
            </a:pPr>
            <a:r>
              <a:rPr lang="en-IN" sz="6000" dirty="0"/>
              <a:t>     Any Questions ?</a:t>
            </a:r>
          </a:p>
        </p:txBody>
      </p:sp>
    </p:spTree>
    <p:extLst>
      <p:ext uri="{BB962C8B-B14F-4D97-AF65-F5344CB8AC3E}">
        <p14:creationId xmlns:p14="http://schemas.microsoft.com/office/powerpoint/2010/main" val="41676144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5" name="图片" descr="Business Thank-You Letter Examples"/>
          <p:cNvPicPr>
            <a:picLocks noChangeAspect="1"/>
          </p:cNvPicPr>
          <p:nvPr/>
        </p:nvPicPr>
        <p:blipFill>
          <a:blip r:embed="rId3" cstate="print"/>
          <a:stretch>
            <a:fillRect/>
          </a:stretch>
        </p:blipFill>
        <p:spPr>
          <a:xfrm>
            <a:off x="1043608" y="980728"/>
            <a:ext cx="6552728" cy="4571403"/>
          </a:xfrm>
          <a:prstGeom prst="rect">
            <a:avLst/>
          </a:prstGeom>
          <a:noFill/>
          <a:ln w="12700" cap="flat" cmpd="sng">
            <a:noFill/>
            <a:prstDash val="solid"/>
            <a:miter/>
          </a:ln>
        </p:spPr>
      </p:pic>
    </p:spTree>
    <p:extLst>
      <p:ext uri="{BB962C8B-B14F-4D97-AF65-F5344CB8AC3E}">
        <p14:creationId xmlns:p14="http://schemas.microsoft.com/office/powerpoint/2010/main" val="426679973"/>
      </p:ext>
    </p:extLst>
  </p:cSld>
  <p:clrMapOvr>
    <a:masterClrMapping/>
  </p:clrMapOvr>
</p:sld>
</file>

<file path=ppt/theme/theme1.xml><?xml version="1.0" encoding="utf-8"?>
<a:theme xmlns:a="http://schemas.openxmlformats.org/drawingml/2006/main" name="Oriel">
  <a:themeElements>
    <a:clrScheme name="Oriel">
      <a:dk1>
        <a:srgbClr val="000000"/>
      </a:dk1>
      <a:lt1>
        <a:srgbClr val="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
        <a:ea typeface=""/>
        <a:cs typeface=""/>
      </a:majorFont>
      <a:minorFont>
        <a:latin typeface=""/>
        <a:ea typeface=""/>
        <a:cs typeface=""/>
      </a:minorFont>
    </a:fontScheme>
    <a:fmtScheme name="Oriel">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objectDefaults/>
  <a:extraClrSchemeLst/>
</a:theme>
</file>

<file path=ppt/theme/theme2.xml><?xml version="1.0" encoding="utf-8"?>
<a:theme xmlns:a="http://schemas.openxmlformats.org/drawingml/2006/main" name="notesMaster1">
  <a:themeElements>
    <a:clrScheme name="notesMaster1">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notesMaster1">
      <a:majorFont>
        <a:latin typeface=""/>
        <a:ea typeface=""/>
        <a:cs typeface=""/>
      </a:majorFont>
      <a:minorFont>
        <a:latin typeface=""/>
        <a:ea typeface=""/>
        <a:cs typeface=""/>
      </a:minorFont>
    </a:fontScheme>
    <a:fmtScheme name="notes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Normal.eit</Template>
  <TotalTime>857</TotalTime>
  <Words>1050</Words>
  <Application>Microsoft Office PowerPoint</Application>
  <PresentationFormat>On-screen Show (4:3)</PresentationFormat>
  <Paragraphs>151</Paragraphs>
  <Slides>15</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Arial</vt:lpstr>
      <vt:lpstr>Calibri</vt:lpstr>
      <vt:lpstr>Century Schoolbook</vt:lpstr>
      <vt:lpstr>Droid Sans</vt:lpstr>
      <vt:lpstr>Lucida Sans</vt:lpstr>
      <vt:lpstr>Times New Roman</vt:lpstr>
      <vt:lpstr>Wingdings</vt:lpstr>
      <vt:lpstr>Wingdings 2</vt:lpstr>
      <vt:lpstr>Oriel</vt:lpstr>
      <vt:lpstr>  </vt:lpstr>
      <vt:lpstr>        Outline of the Presentation</vt:lpstr>
      <vt:lpstr>Introduction</vt:lpstr>
      <vt:lpstr>Introduction cont..</vt:lpstr>
      <vt:lpstr>Objectives of the Project</vt:lpstr>
      <vt:lpstr>                     Block Diagram</vt:lpstr>
      <vt:lpstr>PowerPoint Presentation</vt:lpstr>
      <vt:lpstr>              LITERATURE SURVEY</vt:lpstr>
      <vt:lpstr>          Existing Methods</vt:lpstr>
      <vt:lpstr>             Proposed Solutions</vt:lpstr>
      <vt:lpstr>            Sofrware Requirements</vt:lpstr>
      <vt:lpstr>                   Partial Results</vt:lpstr>
      <vt:lpstr>References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naga krishna</cp:lastModifiedBy>
  <cp:revision>67</cp:revision>
  <dcterms:created xsi:type="dcterms:W3CDTF">2022-04-04T18:40:00Z</dcterms:created>
  <dcterms:modified xsi:type="dcterms:W3CDTF">2025-01-29T05:11:14Z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7E13C1A3565946C89CFE4E173FC74C0D</vt:lpwstr>
  </property>
  <property fmtid="{D5CDD505-2E9C-101B-9397-08002B2CF9AE}" pid="3" name="KSOProductBuildVer">
    <vt:lpwstr>1033-11.2.0.11440</vt:lpwstr>
  </property>
</Properties>
</file>