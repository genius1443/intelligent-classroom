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g"/>
  <Default Extension="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986" autoAdjust="0"/>
    <p:restoredTop sz="99500" autoAdjust="0"/>
  </p:normalViewPr>
  <p:slideViewPr>
    <p:cSldViewPr>
      <p:cViewPr varScale="1">
        <p:scale>
          <a:sx n="112" d="100"/>
          <a:sy n="112" d="100"/>
        </p:scale>
        <p:origin x="0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4" name="文本框"/>
          <p:cNvSpPr>
            <a:spLocks noGrp="1"/>
          </p:cNvSpPr>
          <p:nvPr>
            <p:ph type="hdr"/>
          </p:nvPr>
        </p:nvSpPr>
        <p:spPr>
          <a:xfrm rot="0">
            <a:off x="0" y="0"/>
            <a:ext cx="2971799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5" name="文本框"/>
          <p:cNvSpPr>
            <a:spLocks noGrp="1"/>
          </p:cNvSpPr>
          <p:nvPr>
            <p:ph type="dt" idx="1"/>
          </p:nvPr>
        </p:nvSpPr>
        <p:spPr>
          <a:xfrm rot="0">
            <a:off x="3884613" y="0"/>
            <a:ext cx="29718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pitchFamily="0" charset="0"/>
                <a:ea typeface="宋体" pitchFamily="0" charset="0"/>
                <a:cs typeface="Calibri" pitchFamily="0" charset="0"/>
              </a:rPr>
              <a:t>12/23/2024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" name="对象"/>
          <p:cNvSpPr>
            <a:spLocks noGrp="1" noChangeAspect="1"/>
          </p:cNvSpPr>
          <p:nvPr>
            <p:ph type="sldImg" idx="2"/>
          </p:nvPr>
        </p:nvSpPr>
        <p:spPr>
          <a:xfrm rot="0">
            <a:off x="1143000" y="685800"/>
            <a:ext cx="4572000" cy="3429000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7" name="文本框"/>
          <p:cNvSpPr>
            <a:spLocks noGrp="1"/>
          </p:cNvSpPr>
          <p:nvPr>
            <p:ph type="body" idx="3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8" name="文本框"/>
          <p:cNvSpPr>
            <a:spLocks noGrp="1"/>
          </p:cNvSpPr>
          <p:nvPr>
            <p:ph type="ftr" idx="4"/>
          </p:nvPr>
        </p:nvSpPr>
        <p:spPr>
          <a:xfrm rot="0">
            <a:off x="0" y="8685213"/>
            <a:ext cx="2971799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770565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3" name="对象"/>
          <p:cNvSpPr>
            <a:spLocks noGrp="1"/>
          </p:cNvSpPr>
          <p:nvPr>
            <p:ph type="sldImg"/>
          </p:nvPr>
        </p:nvSpPr>
        <p:spPr>
          <a:xfrm rot="0">
            <a:off x="1143000" y="685800"/>
            <a:ext cx="4572000" cy="34290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4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378148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7" name="对象"/>
          <p:cNvSpPr>
            <a:spLocks noGrp="1"/>
          </p:cNvSpPr>
          <p:nvPr>
            <p:ph type="sldImg"/>
          </p:nvPr>
        </p:nvSpPr>
        <p:spPr>
          <a:xfrm rot="0">
            <a:off x="1143000" y="685800"/>
            <a:ext cx="4572000" cy="34290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8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367025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2" name="对象"/>
          <p:cNvSpPr>
            <a:spLocks noGrp="1"/>
          </p:cNvSpPr>
          <p:nvPr>
            <p:ph type="sldImg"/>
          </p:nvPr>
        </p:nvSpPr>
        <p:spPr>
          <a:xfrm rot="0">
            <a:off x="1143000" y="685800"/>
            <a:ext cx="4572000" cy="34290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43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378373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6" name="对象"/>
          <p:cNvSpPr>
            <a:spLocks noGrp="1"/>
          </p:cNvSpPr>
          <p:nvPr>
            <p:ph type="sldImg"/>
          </p:nvPr>
        </p:nvSpPr>
        <p:spPr>
          <a:xfrm rot="0">
            <a:off x="1143000" y="685800"/>
            <a:ext cx="4572000" cy="34290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47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30585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0" name="对象"/>
          <p:cNvSpPr>
            <a:spLocks noGrp="1"/>
          </p:cNvSpPr>
          <p:nvPr>
            <p:ph type="sldImg"/>
          </p:nvPr>
        </p:nvSpPr>
        <p:spPr>
          <a:xfrm rot="0">
            <a:off x="1143000" y="685800"/>
            <a:ext cx="4572000" cy="34290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1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3315993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5" name="对象"/>
          <p:cNvSpPr>
            <a:spLocks noGrp="1"/>
          </p:cNvSpPr>
          <p:nvPr>
            <p:ph type="sldImg"/>
          </p:nvPr>
        </p:nvSpPr>
        <p:spPr>
          <a:xfrm rot="0">
            <a:off x="1143000" y="685800"/>
            <a:ext cx="4572000" cy="34290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6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463778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9" name="对象"/>
          <p:cNvSpPr>
            <a:spLocks noGrp="1"/>
          </p:cNvSpPr>
          <p:nvPr>
            <p:ph type="sldImg"/>
          </p:nvPr>
        </p:nvSpPr>
        <p:spPr>
          <a:xfrm rot="0">
            <a:off x="1143000" y="685800"/>
            <a:ext cx="4572000" cy="34290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0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275873"/>
      </p:ext>
    </p:extLst>
  </p:cSld>
  <p:clrMapOvr>
    <a:masterClrMapping/>
  </p:clrMapOvr>
</p:notes>
</file>

<file path=ppt/notesSlides/notesSlide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3" name="对象"/>
          <p:cNvSpPr>
            <a:spLocks noGrp="1"/>
          </p:cNvSpPr>
          <p:nvPr>
            <p:ph type="sldImg"/>
          </p:nvPr>
        </p:nvSpPr>
        <p:spPr>
          <a:xfrm rot="0">
            <a:off x="1143000" y="685800"/>
            <a:ext cx="4572000" cy="34290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4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61320"/>
      </p:ext>
    </p:extLst>
  </p:cSld>
  <p:clrMapOvr>
    <a:masterClrMapping/>
  </p:clrMapOvr>
</p:notes>
</file>

<file path=ppt/notesSlides/notesSlide9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6" name="对象"/>
          <p:cNvSpPr>
            <a:spLocks noGrp="1"/>
          </p:cNvSpPr>
          <p:nvPr>
            <p:ph type="sldImg"/>
          </p:nvPr>
        </p:nvSpPr>
        <p:spPr>
          <a:xfrm rot="0">
            <a:off x="1143000" y="685800"/>
            <a:ext cx="4572000" cy="34290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7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71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3886199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6389618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891067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366192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261564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783077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130075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852441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708288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267244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149224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638996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9" name="直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8763000" y="0"/>
            <a:ext cx="0" cy="6858000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38100" cmpd="sng" cap="flat">
            <a:solidFill>
              <a:srgbClr val="FEC2AD">
                <a:alpha val="93000"/>
              </a:srgbClr>
            </a:solidFill>
            <a:prstDash val="solid"/>
            <a:round/>
          </a:ln>
        </p:spPr>
      </p:sp>
      <p:sp>
        <p:nvSpPr>
          <p:cNvPr id="20" name="直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76200" y="0"/>
            <a:ext cx="0" cy="6858000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57150" cmpd="thickThin" cap="flat">
            <a:solidFill>
              <a:srgbClr val="FEC2AD"/>
            </a:solidFill>
            <a:prstDash val="solid"/>
            <a:round/>
          </a:ln>
        </p:spPr>
      </p:sp>
      <p:sp>
        <p:nvSpPr>
          <p:cNvPr id="21" name="直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8991600" y="0"/>
            <a:ext cx="0" cy="6858000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19050" cmpd="sng" cap="flat">
            <a:solidFill>
              <a:srgbClr val="FE8637"/>
            </a:solidFill>
            <a:prstDash val="solid"/>
            <a:round/>
          </a:ln>
        </p:spPr>
      </p:sp>
      <p:sp>
        <p:nvSpPr>
          <p:cNvPr id="22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8839200" y="0"/>
            <a:ext cx="304800" cy="6858000"/>
          </a:xfrm>
          <a:prstGeom xmlns:a="http://schemas.openxmlformats.org/drawingml/2006/main" prst="rect"/>
          <a:solidFill xmlns:a="http://schemas.openxmlformats.org/drawingml/2006/main">
            <a:srgbClr val="FEC2AD">
              <a:alpha val="87000"/>
            </a:srgbClr>
          </a:solidFill>
          <a:ln xmlns:a="http://schemas.openxmlformats.org/drawingml/2006/main" w="38100" cmpd="sng" cap="rnd">
            <a:noFill/>
            <a:prstDash val="solid"/>
            <a:round/>
          </a:ln>
        </p:spPr>
      </p:sp>
      <p:sp>
        <p:nvSpPr>
          <p:cNvPr id="23" name="直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8915400" y="0"/>
            <a:ext cx="0" cy="6858000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9525" cmpd="sng" cap="flat">
            <a:solidFill>
              <a:srgbClr val="FE8637"/>
            </a:solidFill>
            <a:prstDash val="solid"/>
            <a:round/>
          </a:ln>
        </p:spPr>
      </p:sp>
      <p:sp>
        <p:nvSpPr>
          <p:cNvPr id="24" name="椭圆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8156448" y="5715000"/>
            <a:ext cx="548640" cy="548640"/>
          </a:xfrm>
          <a:prstGeom xmlns:a="http://schemas.openxmlformats.org/drawingml/2006/main" prst="ellipse"/>
          <a:solidFill xmlns:a="http://schemas.openxmlformats.org/drawingml/2006/main">
            <a:schemeClr val="accent1"/>
          </a:solidFill>
          <a:ln xmlns:a="http://schemas.openxmlformats.org/drawingml/2006/main" w="38100" cmpd="sng" cap="rnd">
            <a:noFill/>
            <a:prstDash val="solid"/>
            <a:round/>
          </a:ln>
        </p:spPr>
      </p:sp>
      <p:sp>
        <p:nvSpPr>
          <p:cNvPr id="25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457200" y="274638"/>
            <a:ext cx="7467600" cy="114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b" anchorCtr="0">
            <a:prstTxWarp prst="textNoShape"/>
          </a:bodyPr>
          <a:lstStyle xmlns:a="http://schemas.openxmlformats.org/drawingml/2006/main"/>
          <a:p xmlns:a="http://schemas.openxmlformats.org/drawingml/2006/main"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6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0">
            <a:off x="457200" y="1600200"/>
            <a:ext cx="7467600" cy="4873752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eaLnBrk="1" latinLnBrk="0" hangingPunct="1"/>
            <a:r>
              <a:rPr lang="en-US" altLang="zh-CN"/>
              <a:t>Click to edit Master text styles</a:t>
            </a:r>
            <a:endParaRPr lang="en-US" altLang="zh-CN"/>
          </a:p>
          <a:p xmlns:a="http://schemas.openxmlformats.org/drawingml/2006/main">
            <a:pPr lvl="1" eaLnBrk="1" latinLnBrk="0" hangingPunct="1"/>
            <a:r>
              <a:rPr lang="en-US" altLang="zh-CN"/>
              <a:t>Second level</a:t>
            </a:r>
            <a:endParaRPr lang="en-US" altLang="zh-CN"/>
          </a:p>
          <a:p xmlns:a="http://schemas.openxmlformats.org/drawingml/2006/main">
            <a:pPr lvl="2" eaLnBrk="1" latinLnBrk="0" hangingPunct="1"/>
            <a:r>
              <a:rPr lang="en-US" altLang="zh-CN"/>
              <a:t>Third level</a:t>
            </a:r>
            <a:endParaRPr lang="en-US" altLang="zh-CN"/>
          </a:p>
          <a:p xmlns:a="http://schemas.openxmlformats.org/drawingml/2006/main">
            <a:pPr lvl="3" eaLnBrk="1" latinLnBrk="0" hangingPunct="1"/>
            <a:r>
              <a:rPr lang="en-US" altLang="zh-CN"/>
              <a:t>Fourth level</a:t>
            </a:r>
            <a:endParaRPr lang="en-US" altLang="zh-CN"/>
          </a:p>
          <a:p xmlns:a="http://schemas.openxmlformats.org/drawingml/2006/main">
            <a:pPr lvl="4" eaLnBrk="1" latinLnBrk="0" hangingPunct="1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27" name="文本框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 rot="5400000">
            <a:off x="7589520" y="1081851"/>
            <a:ext cx="2011679" cy="384047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 eaLnBrk="1" latinLnBrk="0" hangingPunct="1"/>
            <a:endParaRPr lang="zh-CN" altLang="en-US" sz="1200">
              <a:solidFill>
                <a:schemeClr val="tx2"/>
              </a:solidFill>
              <a:latin typeface="Century Schoolbook" pitchFamily="0" charset="0"/>
              <a:ea typeface="宋体" pitchFamily="0" charset="0"/>
              <a:cs typeface="Century Schoolbook" pitchFamily="0" charset="0"/>
            </a:endParaRPr>
          </a:p>
        </p:txBody>
      </p:sp>
      <p:sp>
        <p:nvSpPr>
          <p:cNvPr id="28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8129016" y="5734050"/>
            <a:ext cx="609600" cy="521206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 eaLnBrk="1" latinLnBrk="0" hangingPunct="1"/>
            <a:fld id="{CAD2D6BD-DE1B-4B5F-8B41-2702339687B9}" type="slidenum"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entury Schoolbook" pitchFamily="0" charset="0"/>
                <a:ea typeface="宋体" pitchFamily="0" charset="0"/>
                <a:cs typeface="Century Schoolbook" pitchFamily="0" charset="0"/>
              </a:rPr>
              <a:t>&lt;#&gt;</a:t>
            </a:fld>
            <a:endParaRPr lang="zh-CN" altLang="en-US" sz="1400" b="1">
              <a:solidFill>
                <a:srgbClr val="FFFFFF"/>
              </a:solidFill>
              <a:latin typeface="Century Schoolbook" pitchFamily="0" charset="0"/>
              <a:ea typeface="宋体" pitchFamily="0" charset="0"/>
              <a:cs typeface="Century Schoolbook" pitchFamily="0" charset="0"/>
            </a:endParaRPr>
          </a:p>
        </p:txBody>
      </p:sp>
      <p:sp>
        <p:nvSpPr>
          <p:cNvPr id="29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5400000">
            <a:off x="6990186" y="3737240"/>
            <a:ext cx="3200399" cy="36575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 eaLnBrk="1" latinLnBrk="0" hangingPunct="1"/>
            <a:endParaRPr lang="zh-CN" altLang="en-US" sz="1200">
              <a:solidFill>
                <a:schemeClr val="tx2"/>
              </a:solidFill>
              <a:latin typeface="Century Schoolbook" pitchFamily="0" charset="0"/>
              <a:ea typeface="宋体" pitchFamily="0" charset="0"/>
              <a:cs typeface="Century Schoolbook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714946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线"/>
          <p:cNvSpPr>
            <a:spLocks/>
          </p:cNvSpPr>
          <p:nvPr/>
        </p:nvSpPr>
        <p:spPr>
          <a:xfrm rot="0">
            <a:off x="8763000" y="0"/>
            <a:ext cx="0" cy="6858000"/>
          </a:xfrm>
          <a:prstGeom prst="line"/>
          <a:noFill/>
          <a:ln w="38100" cmpd="sng" cap="flat">
            <a:solidFill>
              <a:srgbClr val="FEC2AD">
                <a:alpha val="93000"/>
              </a:srgbClr>
            </a:solidFill>
            <a:prstDash val="solid"/>
            <a:round/>
          </a:ln>
        </p:spPr>
      </p:sp>
      <p:sp>
        <p:nvSpPr>
          <p:cNvPr id="3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7467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7467600" cy="48737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eaLnBrk="1" latinLnBrk="0" hangingPunct="1"/>
            <a:r>
              <a:rPr lang="en-US" altLang="zh-CN"/>
              <a:t>Click to edit Master text styles</a:t>
            </a:r>
            <a:endParaRPr lang="en-US" altLang="zh-CN"/>
          </a:p>
          <a:p>
            <a:pPr lvl="1" eaLnBrk="1" latinLnBrk="0" hangingPunct="1"/>
            <a:r>
              <a:rPr lang="en-US" altLang="zh-CN"/>
              <a:t>Second level</a:t>
            </a:r>
            <a:endParaRPr lang="en-US" altLang="zh-CN"/>
          </a:p>
          <a:p>
            <a:pPr lvl="2" eaLnBrk="1" latinLnBrk="0" hangingPunct="1"/>
            <a:r>
              <a:rPr lang="en-US" altLang="zh-CN"/>
              <a:t>Third level</a:t>
            </a:r>
            <a:endParaRPr lang="en-US" altLang="zh-CN"/>
          </a:p>
          <a:p>
            <a:pPr lvl="3" eaLnBrk="1" latinLnBrk="0" hangingPunct="1"/>
            <a:r>
              <a:rPr lang="en-US" altLang="zh-CN"/>
              <a:t>Fourth level</a:t>
            </a:r>
            <a:endParaRPr lang="en-US" altLang="zh-CN"/>
          </a:p>
          <a:p>
            <a:pPr lvl="4" eaLnBrk="1" latinLnBrk="0" hangingPunct="1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idx="2"/>
          </p:nvPr>
        </p:nvSpPr>
        <p:spPr>
          <a:xfrm rot="5400000">
            <a:off x="7589520" y="1081851"/>
            <a:ext cx="2011679" cy="38404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 eaLnBrk="1" latinLnBrk="0" hangingPunct="1"/>
            <a:fld id="{CAD2D6BD-DE1B-4B5F-8B41-2702339687B9}" type="datetime1">
              <a:rPr lang="en-US" altLang="zh-CN" sz="1200">
                <a:solidFill>
                  <a:schemeClr val="tx2"/>
                </a:solidFill>
                <a:latin typeface="Century Schoolbook" pitchFamily="0" charset="0"/>
                <a:ea typeface="宋体" pitchFamily="0" charset="0"/>
                <a:cs typeface="Century Schoolbook" pitchFamily="0" charset="0"/>
              </a:rPr>
              <a:t>12/23/2024</a:t>
            </a:fld>
            <a:endParaRPr lang="zh-CN" altLang="en-US" sz="1200">
              <a:solidFill>
                <a:schemeClr val="tx2"/>
              </a:solidFill>
              <a:latin typeface="Century Schoolbook" pitchFamily="0" charset="0"/>
              <a:ea typeface="宋体" pitchFamily="0" charset="0"/>
              <a:cs typeface="Century Schoolbook" pitchFamily="0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ftr" idx="3"/>
          </p:nvPr>
        </p:nvSpPr>
        <p:spPr>
          <a:xfrm rot="5400000">
            <a:off x="6990186" y="3737240"/>
            <a:ext cx="320039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 eaLnBrk="1" latinLnBrk="0" hangingPunct="1"/>
            <a:endParaRPr lang="zh-CN" altLang="en-US" sz="1200">
              <a:solidFill>
                <a:schemeClr val="tx2"/>
              </a:solidFill>
              <a:latin typeface="Century Schoolbook" pitchFamily="0" charset="0"/>
              <a:ea typeface="宋体" pitchFamily="0" charset="0"/>
              <a:cs typeface="Century Schoolbook" pitchFamily="0" charset="0"/>
            </a:endParaRPr>
          </a:p>
        </p:txBody>
      </p:sp>
      <p:sp>
        <p:nvSpPr>
          <p:cNvPr id="7" name="直线"/>
          <p:cNvSpPr>
            <a:spLocks/>
          </p:cNvSpPr>
          <p:nvPr/>
        </p:nvSpPr>
        <p:spPr>
          <a:xfrm rot="0">
            <a:off x="76200" y="0"/>
            <a:ext cx="0" cy="6858000"/>
          </a:xfrm>
          <a:prstGeom prst="line"/>
          <a:noFill/>
          <a:ln w="57150" cmpd="thickThin" cap="flat">
            <a:solidFill>
              <a:srgbClr val="FEC2AD"/>
            </a:solidFill>
            <a:prstDash val="solid"/>
            <a:round/>
          </a:ln>
        </p:spPr>
      </p:sp>
      <p:sp>
        <p:nvSpPr>
          <p:cNvPr id="8" name="直线"/>
          <p:cNvSpPr>
            <a:spLocks/>
          </p:cNvSpPr>
          <p:nvPr/>
        </p:nvSpPr>
        <p:spPr>
          <a:xfrm rot="0">
            <a:off x="8991600" y="0"/>
            <a:ext cx="0" cy="6858000"/>
          </a:xfrm>
          <a:prstGeom prst="line"/>
          <a:noFill/>
          <a:ln w="19050" cmpd="sng" cap="flat">
            <a:solidFill>
              <a:srgbClr val="FE8637"/>
            </a:solidFill>
            <a:prstDash val="solid"/>
            <a:round/>
          </a:ln>
        </p:spPr>
      </p:sp>
      <p:sp>
        <p:nvSpPr>
          <p:cNvPr id="9" name="矩形"/>
          <p:cNvSpPr>
            <a:spLocks/>
          </p:cNvSpPr>
          <p:nvPr/>
        </p:nvSpPr>
        <p:spPr>
          <a:xfrm rot="0">
            <a:off x="8839200" y="0"/>
            <a:ext cx="304800" cy="6858000"/>
          </a:xfrm>
          <a:prstGeom prst="rect"/>
          <a:solidFill>
            <a:srgbClr val="FEC2AD">
              <a:alpha val="87000"/>
            </a:srgbClr>
          </a:solidFill>
          <a:ln w="38100" cmpd="sng" cap="rnd">
            <a:noFill/>
            <a:prstDash val="solid"/>
            <a:round/>
          </a:ln>
        </p:spPr>
      </p:sp>
      <p:sp>
        <p:nvSpPr>
          <p:cNvPr id="10" name="直线"/>
          <p:cNvSpPr>
            <a:spLocks/>
          </p:cNvSpPr>
          <p:nvPr/>
        </p:nvSpPr>
        <p:spPr>
          <a:xfrm rot="0">
            <a:off x="8915400" y="0"/>
            <a:ext cx="0" cy="6858000"/>
          </a:xfrm>
          <a:prstGeom prst="line"/>
          <a:noFill/>
          <a:ln w="9525" cmpd="sng" cap="flat">
            <a:solidFill>
              <a:srgbClr val="FE8637"/>
            </a:solidFill>
            <a:prstDash val="solid"/>
            <a:round/>
          </a:ln>
        </p:spPr>
      </p:sp>
      <p:sp>
        <p:nvSpPr>
          <p:cNvPr id="11" name="椭圆"/>
          <p:cNvSpPr>
            <a:spLocks/>
          </p:cNvSpPr>
          <p:nvPr/>
        </p:nvSpPr>
        <p:spPr>
          <a:xfrm rot="0">
            <a:off x="8156448" y="5715000"/>
            <a:ext cx="548640" cy="548640"/>
          </a:xfrm>
          <a:prstGeom prst="ellipse"/>
          <a:solidFill>
            <a:schemeClr val="accent1"/>
          </a:solidFill>
          <a:ln w="38100" cmpd="sng" cap="rnd">
            <a:noFill/>
            <a:prstDash val="solid"/>
            <a:round/>
          </a:ln>
        </p:spPr>
      </p:sp>
      <p:sp>
        <p:nvSpPr>
          <p:cNvPr id="12" name="文本框"/>
          <p:cNvSpPr>
            <a:spLocks noGrp="1"/>
          </p:cNvSpPr>
          <p:nvPr>
            <p:ph type="sldNum" idx="4"/>
          </p:nvPr>
        </p:nvSpPr>
        <p:spPr>
          <a:xfrm rot="0">
            <a:off x="8129016" y="5734050"/>
            <a:ext cx="609600" cy="52120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 eaLnBrk="1" latinLnBrk="0" hangingPunct="1"/>
            <a:fld id="{CAD2D6BD-DE1B-4B5F-8B41-2702339687B9}" type="slidenum"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entury Schoolbook" pitchFamily="0" charset="0"/>
                <a:ea typeface="宋体" pitchFamily="0" charset="0"/>
                <a:cs typeface="Century Schoolbook" pitchFamily="0" charset="0"/>
              </a:rPr>
              <a:t>&lt;#&gt;</a:t>
            </a:fld>
            <a:endParaRPr lang="zh-CN" altLang="en-US" sz="1400" b="1">
              <a:solidFill>
                <a:srgbClr val="FFFFFF"/>
              </a:solidFill>
              <a:latin typeface="Century Schoolbook" pitchFamily="0" charset="0"/>
              <a:ea typeface="宋体" pitchFamily="0" charset="0"/>
              <a:cs typeface="Century Schoolbook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66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l" defTabSz="914400" eaLnBrk="1" fontAlgn="auto" latinLnBrk="0" hangingPunct="1">
        <a:spcBef>
          <a:spcPts val="0"/>
        </a:spcBef>
        <a:buNone/>
        <a:defRPr sz="3000" b="0" kern="1200" cap="small" baseline="0">
          <a:solidFill>
            <a:schemeClr val="tx2"/>
          </a:solidFill>
          <a:latin typeface="Century Schoolbook" pitchFamily="0" charset="0"/>
          <a:ea typeface="华文楷体" pitchFamily="0" charset="0"/>
          <a:cs typeface="Century Schoolbook" pitchFamily="0" charset="0"/>
        </a:defRPr>
      </a:lvl1pPr>
    </p:titleStyle>
    <p:bodyStyle>
      <a:lvl1pPr marL="274320" indent="-274320" algn="l" defTabSz="914400" eaLnBrk="1" fontAlgn="auto" latinLnBrk="0" hangingPunct="1">
        <a:spcBef>
          <a:spcPts val="600"/>
        </a:spcBef>
        <a:buClr>
          <a:schemeClr val="accent1"/>
        </a:buClr>
        <a:buSzPct val="70000"/>
        <a:buFont typeface="Wingdings" pitchFamily="0" charset="0"/>
        <a:buChar char=""/>
        <a:defRPr sz="2400" kern="1200">
          <a:solidFill>
            <a:schemeClr val="tx1"/>
          </a:solidFill>
          <a:latin typeface="Century Schoolbook" pitchFamily="0" charset="0"/>
          <a:ea typeface="宋体" pitchFamily="0" charset="0"/>
          <a:cs typeface="Century Schoolbook" pitchFamily="0" charset="0"/>
        </a:defRPr>
      </a:lvl1pPr>
      <a:lvl2pPr marL="640080" indent="-274320" algn="l" defTabSz="914400" eaLnBrk="1" fontAlgn="auto" latinLnBrk="0" hangingPunct="1">
        <a:spcBef>
          <a:spcPct val="20000"/>
        </a:spcBef>
        <a:buClr>
          <a:schemeClr val="accent1"/>
        </a:buClr>
        <a:buSzPct val="80000"/>
        <a:buFont typeface="Wingdings 2" pitchFamily="0" charset="0"/>
        <a:buChar char=""/>
        <a:defRPr sz="2100" kern="1200">
          <a:solidFill>
            <a:schemeClr val="tx1"/>
          </a:solidFill>
          <a:latin typeface="Century Schoolbook" pitchFamily="0" charset="0"/>
          <a:ea typeface="宋体" pitchFamily="0" charset="0"/>
          <a:cs typeface="Century Schoolbook" pitchFamily="0" charset="0"/>
        </a:defRPr>
      </a:lvl2pPr>
      <a:lvl3pPr marL="914400" indent="-182880" algn="l" defTabSz="914400" eaLnBrk="1" fontAlgn="auto" latinLnBrk="0" hangingPunct="1">
        <a:spcBef>
          <a:spcPct val="20000"/>
        </a:spcBef>
        <a:buClr>
          <a:srgbClr val="E0752F"/>
        </a:buClr>
        <a:buSzPct val="60000"/>
        <a:buFont typeface="Wingdings" pitchFamily="0" charset="0"/>
        <a:buChar char=""/>
        <a:defRPr sz="1800" kern="1200">
          <a:solidFill>
            <a:schemeClr val="tx1"/>
          </a:solidFill>
          <a:latin typeface="Century Schoolbook" pitchFamily="0" charset="0"/>
          <a:ea typeface="宋体" pitchFamily="0" charset="0"/>
          <a:cs typeface="Century Schoolbook" pitchFamily="0" charset="0"/>
        </a:defRPr>
      </a:lvl3pPr>
      <a:lvl4pPr marL="1188720" indent="-182880" algn="l" defTabSz="914400" eaLnBrk="1" fontAlgn="auto" latinLnBrk="0" hangingPunct="1">
        <a:spcBef>
          <a:spcPct val="20000"/>
        </a:spcBef>
        <a:buClr>
          <a:srgbClr val="FEC2AD"/>
        </a:buClr>
        <a:buSzPct val="60000"/>
        <a:buFont typeface="Wingdings" pitchFamily="0" charset="0"/>
        <a:buChar char=""/>
        <a:defRPr sz="1800" kern="1200">
          <a:solidFill>
            <a:schemeClr val="tx1"/>
          </a:solidFill>
          <a:latin typeface="Century Schoolbook" pitchFamily="0" charset="0"/>
          <a:ea typeface="宋体" pitchFamily="0" charset="0"/>
          <a:cs typeface="Century Schoolbook" pitchFamily="0" charset="0"/>
        </a:defRPr>
      </a:lvl4pPr>
      <a:lvl5pPr marL="1462913" indent="-182880" algn="l" defTabSz="914400" eaLnBrk="1" fontAlgn="auto" latinLnBrk="0" hangingPunct="1">
        <a:spcBef>
          <a:spcPct val="20000"/>
        </a:spcBef>
        <a:buClr>
          <a:srgbClr val="BCC9E9"/>
        </a:buClr>
        <a:buSzPct val="68000"/>
        <a:buFont typeface="Wingdings 2" pitchFamily="0" charset="0"/>
        <a:buChar char=""/>
        <a:defRPr sz="1600" kern="1200">
          <a:solidFill>
            <a:schemeClr val="tx1"/>
          </a:solidFill>
          <a:latin typeface="Century Schoolbook" pitchFamily="0" charset="0"/>
          <a:ea typeface="宋体" pitchFamily="0" charset="0"/>
          <a:cs typeface="Century Schoolbook" pitchFamily="0" charset="0"/>
        </a:defRPr>
      </a:lvl5pPr>
      <a:lvl6pPr marL="1737360" indent="-182880" algn="l" defTabSz="914400" eaLnBrk="1" fontAlgn="auto" latinLnBrk="0" hangingPunct="1">
        <a:spcBef>
          <a:spcPct val="20000"/>
        </a:spcBef>
        <a:buClr>
          <a:schemeClr val="accent1"/>
        </a:buClr>
        <a:buChar char="•"/>
        <a:defRPr sz="1600" kern="1200">
          <a:solidFill>
            <a:schemeClr val="tx2"/>
          </a:solidFill>
          <a:latin typeface="Century Schoolbook" pitchFamily="0" charset="0"/>
          <a:ea typeface="宋体" pitchFamily="0" charset="0"/>
          <a:cs typeface="Century Schoolbook" pitchFamily="0" charset="0"/>
        </a:defRPr>
      </a:lvl6pPr>
      <a:lvl7pPr marL="2011553" indent="-182880" algn="l" defTabSz="914400" eaLnBrk="1" fontAlgn="auto" latinLnBrk="0" hangingPunct="1">
        <a:spcBef>
          <a:spcPct val="20000"/>
        </a:spcBef>
        <a:buClr>
          <a:srgbClr val="FEC2AD"/>
        </a:buClr>
        <a:buSzPct val="60000"/>
        <a:buFont typeface="Wingdings" pitchFamily="0" charset="0"/>
        <a:buChar char=""/>
        <a:defRPr sz="1400" kern="1200" baseline="0">
          <a:solidFill>
            <a:schemeClr val="tx2"/>
          </a:solidFill>
          <a:latin typeface="Century Schoolbook" pitchFamily="0" charset="0"/>
          <a:ea typeface="宋体" pitchFamily="0" charset="0"/>
          <a:cs typeface="Century Schoolbook" pitchFamily="0" charset="0"/>
        </a:defRPr>
      </a:lvl7pPr>
      <a:lvl8pPr marL="2286000" indent="-182880" algn="l" defTabSz="914400" eaLnBrk="1" fontAlgn="auto" latinLnBrk="0" hangingPunct="1">
        <a:spcBef>
          <a:spcPct val="20000"/>
        </a:spcBef>
        <a:buClr>
          <a:schemeClr val="accent2"/>
        </a:buClr>
        <a:buChar char="•"/>
        <a:defRPr sz="1400" kern="1200" cap="small" baseline="0">
          <a:solidFill>
            <a:schemeClr val="tx2"/>
          </a:solidFill>
          <a:latin typeface="Century Schoolbook" pitchFamily="0" charset="0"/>
          <a:ea typeface="宋体" pitchFamily="0" charset="0"/>
          <a:cs typeface="Century Schoolbook" pitchFamily="0" charset="0"/>
        </a:defRPr>
      </a:lvl8pPr>
      <a:lvl9pPr marL="2286000" indent="-182880" algn="l" defTabSz="914400" eaLnBrk="1" fontAlgn="auto" latinLnBrk="0" hangingPunct="1">
        <a:spcBef>
          <a:spcPct val="20000"/>
        </a:spcBef>
        <a:buClr>
          <a:schemeClr val="accent2"/>
        </a:buClr>
        <a:buChar char="•"/>
        <a:defRPr sz="1400" kern="1200" cap="small" baseline="0">
          <a:solidFill>
            <a:schemeClr val="tx2"/>
          </a:solidFill>
          <a:latin typeface="Century Schoolbook" pitchFamily="0" charset="0"/>
          <a:ea typeface="宋体" pitchFamily="0" charset="0"/>
          <a:cs typeface="Century Schoolbook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2.jp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3.jp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4.jpe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9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"/>
          <p:cNvSpPr>
            <a:spLocks noGrp="1"/>
          </p:cNvSpPr>
          <p:nvPr>
            <p:ph type="title"/>
          </p:nvPr>
        </p:nvSpPr>
        <p:spPr>
          <a:xfrm rot="0">
            <a:off x="578977" y="340747"/>
            <a:ext cx="8354888" cy="156425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zh-CN" altLang="en-US" sz="3000" b="0" i="0" u="none" strike="noStrike" kern="1200" cap="small" spc="0" baseline="0">
                <a:solidFill>
                  <a:schemeClr val="tx2"/>
                </a:solidFill>
                <a:latin typeface="Century Schoolbook" pitchFamily="0" charset="0"/>
                <a:ea typeface="华文楷体" pitchFamily="0" charset="0"/>
                <a:cs typeface="Lucida Sans" pitchFamily="0" charset="0"/>
              </a:rPr>
            </a:br>
            <a:br>
              <a:rPr lang="zh-CN" altLang="en-US" sz="3000" b="0" i="0" u="none" strike="noStrike" kern="1200" cap="small" spc="0" baseline="0">
                <a:solidFill>
                  <a:schemeClr val="tx2"/>
                </a:solidFill>
                <a:latin typeface="Century Schoolbook" pitchFamily="0" charset="0"/>
                <a:ea typeface="华文楷体" pitchFamily="0" charset="0"/>
                <a:cs typeface="Lucida Sans" pitchFamily="0" charset="0"/>
              </a:rPr>
            </a:br>
            <a:endParaRPr lang="zh-CN" altLang="en-US" sz="3000" b="0" i="0" u="none" strike="noStrike" kern="1200" cap="small" spc="0" baseline="0">
              <a:solidFill>
                <a:schemeClr val="tx2"/>
              </a:solidFill>
              <a:latin typeface="Century Schoolbook" pitchFamily="0" charset="0"/>
              <a:ea typeface="华文楷体" pitchFamily="0" charset="0"/>
              <a:cs typeface="Lucida Sans" pitchFamily="0" charset="0"/>
            </a:endParaRPr>
          </a:p>
        </p:txBody>
      </p:sp>
      <p:sp>
        <p:nvSpPr>
          <p:cNvPr id="31" name="文本框"/>
          <p:cNvSpPr>
            <a:spLocks noGrp="1"/>
          </p:cNvSpPr>
          <p:nvPr>
            <p:ph type="body" idx="1"/>
          </p:nvPr>
        </p:nvSpPr>
        <p:spPr>
          <a:xfrm rot="0">
            <a:off x="827585" y="1343892"/>
            <a:ext cx="7706816" cy="456732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1500" b="1" i="0" u="sng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DEPARTMENT OF ELECTRONICS &amp; COMUNICATION ENGINEERING</a:t>
            </a:r>
            <a:endParaRPr lang="en-US" altLang="zh-CN" sz="1500" b="1" i="0" u="none" strike="noStrike" kern="1200" cap="none" spc="0" baseline="0">
              <a:solidFill>
                <a:schemeClr val="accent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274320" indent="-27432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"/>
            </a:pPr>
            <a:endParaRPr lang="en-US" altLang="zh-CN" sz="1700" b="1" i="0" u="none" strike="noStrike" kern="1200" cap="none" spc="0" baseline="0">
              <a:solidFill>
                <a:schemeClr val="accent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Intelligent Classroom automation with AI-Driven IOT Solution </a:t>
            </a:r>
            <a:endParaRPr lang="en-US" altLang="zh-CN" sz="18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altLang="zh-CN" sz="18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Batch No: A4</a:t>
            </a:r>
            <a:endParaRPr lang="en-US" altLang="zh-CN" sz="18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altLang="zh-CN" sz="18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1.   21471A0436                 </a:t>
            </a: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Pokala</a:t>
            </a: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 Naga Krishna</a:t>
            </a:r>
            <a:endParaRPr lang="en-US" altLang="zh-CN" sz="16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2.   21471A0437                 Potluri </a:t>
            </a: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Bhulakshmi</a:t>
            </a:r>
            <a:endParaRPr lang="en-US" altLang="zh-CN" sz="16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3.   21471A0439                </a:t>
            </a: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Sanampudi</a:t>
            </a: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 Pavan Kalyan</a:t>
            </a:r>
            <a:endParaRPr lang="en-US" altLang="zh-CN" sz="16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4.   21471A0407                </a:t>
            </a: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Duddukuri</a:t>
            </a: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 </a:t>
            </a: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Vachalya</a:t>
            </a:r>
            <a:endParaRPr lang="en-US" altLang="zh-CN" sz="16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5.   21471A0435                 Pilli Bhavana</a:t>
            </a:r>
            <a:endParaRPr lang="en-US" altLang="zh-CN" sz="16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6.   21471A0441                 Shaik </a:t>
            </a: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Althaf</a:t>
            </a: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 Raj</a:t>
            </a:r>
            <a:endParaRPr lang="en-US" altLang="zh-CN" sz="16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274320" indent="-27432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"/>
            </a:pPr>
            <a:endParaRPr lang="en-US" altLang="zh-CN" sz="16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457200" indent="-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Tx/>
              <a:buAutoNum type="arabicPeriod"/>
            </a:pPr>
            <a:endParaRPr lang="en-US" altLang="zh-CN" sz="7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457200" indent="-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Tx/>
              <a:buAutoNum type="arabicPeriod"/>
            </a:pPr>
            <a:endParaRPr lang="en-US" altLang="zh-CN" sz="7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457200" indent="-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Tx/>
              <a:buAutoNum type="arabicPeriod"/>
            </a:pPr>
            <a:endParaRPr lang="en-US" altLang="zh-CN" sz="7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457200" indent="-4572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Tx/>
              <a:buAutoNum type="arabicPeriod"/>
            </a:pPr>
            <a:endParaRPr lang="en-US" altLang="zh-CN" sz="7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5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		</a:t>
            </a:r>
            <a:r>
              <a:rPr lang="en-US" altLang="zh-CN" sz="1800" b="1" i="0" u="none" strike="noStrike" kern="1200" cap="none" spc="0" baseline="0">
                <a:solidFill>
                  <a:srgbClr val="FF0000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Name of Guide: 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Dr.B.Siva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 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NageswaraRao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 </a:t>
            </a:r>
            <a:endParaRPr lang="en-US" altLang="zh-CN" sz="18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0000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Designation: 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Asst Prof</a:t>
            </a:r>
            <a:endParaRPr lang="en-US" altLang="zh-CN" sz="18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500" b="1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					                             </a:t>
            </a:r>
            <a:endParaRPr lang="en-US" altLang="zh-CN" sz="7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zh-CN" altLang="en-US" sz="600" b="0" i="0" u="none" strike="noStrike" kern="1200" cap="none" spc="0" baseline="0">
              <a:solidFill>
                <a:schemeClr val="tx1"/>
              </a:solidFill>
              <a:latin typeface="Century Schoolbook" pitchFamily="0" charset="0"/>
              <a:ea typeface="宋体" pitchFamily="0" charset="0"/>
              <a:cs typeface="Lucida Sans" pitchFamily="0" charset="0"/>
            </a:endParaRPr>
          </a:p>
        </p:txBody>
      </p:sp>
      <p:pic>
        <p:nvPicPr>
          <p:cNvPr id="32" name="图片" descr="paint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578977" y="340747"/>
            <a:ext cx="8354888" cy="1003143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109152188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"/>
          <p:cNvSpPr>
            <a:spLocks noGrp="1"/>
          </p:cNvSpPr>
          <p:nvPr>
            <p:ph type="title"/>
          </p:nvPr>
        </p:nvSpPr>
        <p:spPr>
          <a:xfrm rot="0">
            <a:off x="395536" y="188639"/>
            <a:ext cx="8291264" cy="10081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0" i="0" u="none" strike="noStrike" kern="1200" cap="small" spc="0" baseline="0">
                <a:solidFill>
                  <a:schemeClr val="tx2"/>
                </a:solidFill>
                <a:latin typeface="Times New Roman" pitchFamily="18" charset="0"/>
                <a:ea typeface="华文楷体" pitchFamily="0" charset="0"/>
                <a:cs typeface="Times New Roman" pitchFamily="18" charset="0"/>
              </a:rPr>
              <a:t>        </a:t>
            </a:r>
            <a:r>
              <a:rPr lang="en-US" altLang="zh-CN" sz="3000" b="0" i="0" u="none" strike="noStrike" kern="1200" cap="small" spc="0" baseline="0">
                <a:solidFill>
                  <a:schemeClr val="tx1"/>
                </a:solidFill>
                <a:latin typeface="Times New Roman" pitchFamily="18" charset="0"/>
                <a:ea typeface="华文楷体" pitchFamily="0" charset="0"/>
                <a:cs typeface="Times New Roman" pitchFamily="18" charset="0"/>
              </a:rPr>
              <a:t>Outline of the Presentation</a:t>
            </a:r>
            <a:endParaRPr lang="zh-CN" altLang="en-US" sz="3000" b="0" i="0" u="none" strike="noStrike" kern="1200" cap="small" spc="0" baseline="0">
              <a:solidFill>
                <a:schemeClr val="tx1"/>
              </a:solidFill>
              <a:latin typeface="Times New Roman" pitchFamily="18" charset="0"/>
              <a:ea typeface="华文楷体" pitchFamily="0" charset="0"/>
              <a:cs typeface="Times New Roman" pitchFamily="18" charset="0"/>
            </a:endParaRPr>
          </a:p>
        </p:txBody>
      </p:sp>
      <p:sp>
        <p:nvSpPr>
          <p:cNvPr id="36" name="文本框"/>
          <p:cNvSpPr>
            <a:spLocks noGrp="1"/>
          </p:cNvSpPr>
          <p:nvPr>
            <p:ph type="body" idx="1"/>
          </p:nvPr>
        </p:nvSpPr>
        <p:spPr>
          <a:xfrm rot="0">
            <a:off x="755576" y="1412776"/>
            <a:ext cx="6591935" cy="468051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 Introduction  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Objective of the Project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Components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Literature Survey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  <a:sym typeface="宋体" pitchFamily="0" charset="0"/>
              </a:rPr>
              <a:t>References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  <a:sym typeface="宋体" pitchFamily="0" charset="0"/>
              </a:rPr>
              <a:t> 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                           </a:t>
            </a: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             </a:t>
            </a:r>
            <a:endParaRPr lang="en-US" altLang="zh-CN" sz="2400" b="1" i="0" u="none" strike="noStrike" kern="1200" cap="none" spc="0" baseline="0">
              <a:solidFill>
                <a:schemeClr val="tx1"/>
              </a:solidFill>
              <a:latin typeface="Century Schoolbook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    </a:t>
            </a:r>
            <a:endParaRPr lang="zh-CN" altLang="en-US" sz="2400" b="1" i="0" u="none" strike="noStrike" kern="1200" cap="none" spc="0" baseline="0">
              <a:solidFill>
                <a:schemeClr val="tx1"/>
              </a:solidFill>
              <a:latin typeface="Century Schoolbook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187526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"/>
          <p:cNvSpPr>
            <a:spLocks noGrp="1"/>
          </p:cNvSpPr>
          <p:nvPr>
            <p:ph type="title"/>
          </p:nvPr>
        </p:nvSpPr>
        <p:spPr>
          <a:xfrm rot="0">
            <a:off x="1043608" y="188639"/>
            <a:ext cx="7704856" cy="7920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0" i="0" u="none" strike="noStrike" kern="1200" cap="small" spc="0" baseline="0">
                <a:solidFill>
                  <a:schemeClr val="tx1"/>
                </a:solidFill>
                <a:latin typeface="Times New Roman" pitchFamily="18" charset="0"/>
                <a:ea typeface="华文楷体" pitchFamily="0" charset="0"/>
                <a:cs typeface="Times New Roman" pitchFamily="18" charset="0"/>
              </a:rPr>
              <a:t>Introduction</a:t>
            </a:r>
            <a:endParaRPr lang="zh-CN" altLang="en-US" sz="3000" b="0" i="0" u="none" strike="noStrike" kern="1200" cap="small" spc="0" baseline="0">
              <a:solidFill>
                <a:schemeClr val="tx1"/>
              </a:solidFill>
              <a:latin typeface="Times New Roman" pitchFamily="18" charset="0"/>
              <a:ea typeface="华文楷体" pitchFamily="0" charset="0"/>
              <a:cs typeface="Times New Roman" pitchFamily="18" charset="0"/>
            </a:endParaRPr>
          </a:p>
        </p:txBody>
      </p:sp>
      <p:sp>
        <p:nvSpPr>
          <p:cNvPr id="40" name="文本框"/>
          <p:cNvSpPr>
            <a:spLocks noGrp="1"/>
          </p:cNvSpPr>
          <p:nvPr>
            <p:ph type="body" idx="1"/>
          </p:nvPr>
        </p:nvSpPr>
        <p:spPr>
          <a:xfrm rot="0">
            <a:off x="467544" y="980728"/>
            <a:ext cx="8424936" cy="554461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74320" indent="-27432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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What is an </a:t>
            </a: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IOT ? </a:t>
            </a:r>
            <a:endParaRPr lang="en-US" altLang="zh-CN" sz="24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0" charset="0"/>
                <a:cs typeface="Arial" pitchFamily="34" charset="0"/>
              </a:rPr>
              <a:t>IoT (Internet of Things) is a dynamic innovation with a powerful impact on today’s world which can make human life simple and effortless. 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0" charset="0"/>
              <a:cs typeface="Arial" pitchFamily="34" charset="0"/>
            </a:endParaRPr>
          </a:p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0" charset="0"/>
                <a:cs typeface="Arial" pitchFamily="34" charset="0"/>
              </a:rPr>
              <a:t>The scope of this field is limitless and has emerged as a winner in various areas ranging from Medicine, Engineering, Computer Science, Space and Technology, Automobiles and so on.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0" charset="0"/>
              <a:cs typeface="Arial" pitchFamily="34" charset="0"/>
            </a:endParaRPr>
          </a:p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0" charset="0"/>
                <a:cs typeface="Arial" pitchFamily="34" charset="0"/>
              </a:rPr>
              <a:t>The center of purpose is utilizing IoT based technology in accomplishing automation for classrooms.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0" charset="0"/>
              <a:cs typeface="Arial" pitchFamily="34" charset="0"/>
            </a:endParaRPr>
          </a:p>
        </p:txBody>
      </p:sp>
      <p:pic>
        <p:nvPicPr>
          <p:cNvPr id="41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2091464" y="3463776"/>
            <a:ext cx="5177097" cy="3008312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832173605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"/>
          <p:cNvSpPr>
            <a:spLocks noGrp="1"/>
          </p:cNvSpPr>
          <p:nvPr>
            <p:ph type="title"/>
          </p:nvPr>
        </p:nvSpPr>
        <p:spPr>
          <a:xfrm rot="0">
            <a:off x="609599" y="116632"/>
            <a:ext cx="8282881" cy="5760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0" i="0" u="none" strike="noStrike" kern="1200" cap="small" spc="0" baseline="0">
                <a:solidFill>
                  <a:schemeClr val="tx1"/>
                </a:solidFill>
                <a:latin typeface="Times New Roman" pitchFamily="18" charset="0"/>
                <a:ea typeface="华文楷体" pitchFamily="0" charset="0"/>
                <a:cs typeface="Times New Roman" pitchFamily="18" charset="0"/>
              </a:rPr>
              <a:t>Introduction cont..</a:t>
            </a:r>
            <a:endParaRPr lang="zh-CN" altLang="en-US" sz="3000" b="0" i="0" u="none" strike="noStrike" kern="1200" cap="small" spc="0" baseline="0">
              <a:solidFill>
                <a:schemeClr val="tx2"/>
              </a:solidFill>
              <a:latin typeface="Century Schoolbook" pitchFamily="0" charset="0"/>
              <a:ea typeface="华文楷体" pitchFamily="0" charset="0"/>
              <a:cs typeface="Lucida Sans" pitchFamily="0" charset="0"/>
            </a:endParaRPr>
          </a:p>
        </p:txBody>
      </p:sp>
      <p:sp>
        <p:nvSpPr>
          <p:cNvPr id="45" name="文本框"/>
          <p:cNvSpPr>
            <a:spLocks noGrp="1"/>
          </p:cNvSpPr>
          <p:nvPr>
            <p:ph type="body" idx="1"/>
          </p:nvPr>
        </p:nvSpPr>
        <p:spPr>
          <a:xfrm rot="0">
            <a:off x="107505" y="980728"/>
            <a:ext cx="8568952" cy="506063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74320" indent="-27432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q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I</a:t>
            </a: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ntelligent Classroom :</a:t>
            </a:r>
            <a:endParaRPr lang="en-US" altLang="zh-CN" sz="24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274320" indent="-27432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We propose an approach to control and manage electrical 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equipments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 such as fans and lights based on human presence. 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274320" indent="-27432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Our focus is towards building a solution which could help in reducing overutilization of energy. 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274320" indent="-27432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A camera is used for recognizing the presence of people in the classroom and for analyzing their seating position. Here a classroom is divided into two segments. Whenever a human presence is detected in a particular segment then the light and fan will be switched ON. 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274320" indent="-27432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The reasonable objective of this paper is how to build up a smart classroom where we can automate the electrical 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equipments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 with a focus towards energy conservation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"/>
            </a:pP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entury Schoolbook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942171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框"/>
          <p:cNvSpPr>
            <a:spLocks noGrp="1"/>
          </p:cNvSpPr>
          <p:nvPr>
            <p:ph type="title"/>
          </p:nvPr>
        </p:nvSpPr>
        <p:spPr>
          <a:xfrm rot="0">
            <a:off x="609599" y="188639"/>
            <a:ext cx="8066857" cy="86409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0" i="0" u="none" strike="noStrike" kern="1200" cap="small" spc="0" baseline="0">
                <a:solidFill>
                  <a:schemeClr val="tx1"/>
                </a:solidFill>
                <a:latin typeface="Times New Roman" pitchFamily="18" charset="0"/>
                <a:ea typeface="华文楷体" pitchFamily="0" charset="0"/>
                <a:cs typeface="Times New Roman" pitchFamily="18" charset="0"/>
              </a:rPr>
              <a:t>Objectives of the Project</a:t>
            </a:r>
            <a:endParaRPr lang="zh-CN" altLang="en-US" sz="3000" b="0" i="0" u="none" strike="noStrike" kern="1200" cap="small" spc="0" baseline="0">
              <a:solidFill>
                <a:schemeClr val="tx1"/>
              </a:solidFill>
              <a:latin typeface="Times New Roman" pitchFamily="18" charset="0"/>
              <a:ea typeface="华文楷体" pitchFamily="0" charset="0"/>
              <a:cs typeface="Times New Roman" pitchFamily="18" charset="0"/>
            </a:endParaRPr>
          </a:p>
        </p:txBody>
      </p:sp>
      <p:sp>
        <p:nvSpPr>
          <p:cNvPr id="49" name="文本框"/>
          <p:cNvSpPr>
            <a:spLocks noGrp="1"/>
          </p:cNvSpPr>
          <p:nvPr>
            <p:ph type="body" idx="1"/>
          </p:nvPr>
        </p:nvSpPr>
        <p:spPr>
          <a:xfrm rot="0">
            <a:off x="251519" y="1124744"/>
            <a:ext cx="8280920" cy="5400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lvl="1" marL="640080" indent="-27432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 pitchFamily="0" charset="0"/>
              <a:buChar char=""/>
            </a:pPr>
            <a:endParaRPr lang="en-US" altLang="zh-CN" sz="1900" b="0" i="0" u="none" strike="noStrike" kern="1200" cap="none" spc="0" baseline="0">
              <a:solidFill>
                <a:schemeClr val="tx1"/>
              </a:solidFill>
              <a:latin typeface="Century Schoolbook" pitchFamily="0" charset="0"/>
              <a:ea typeface="宋体" pitchFamily="0" charset="0"/>
              <a:cs typeface="Lucida Sans" pitchFamily="0" charset="0"/>
            </a:endParaRPr>
          </a:p>
          <a:p>
            <a:pPr marL="274320" indent="-27432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Make Classroom Management Easier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: AI can help teachers with administrative tasks, like tracking attendance or grading, giving them more time to focus on teaching and supporting students.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entury Schoolbook" pitchFamily="0" charset="0"/>
              <a:ea typeface="宋体" pitchFamily="0" charset="0"/>
              <a:cs typeface="Lucida Sans" pitchFamily="0" charset="0"/>
            </a:endParaRPr>
          </a:p>
          <a:p>
            <a:pPr marL="274320" indent="-27432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Offer Insights to Teachers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: By analyzing data, AI can give teachers valuable insights into how their students are attending, helping them adjust their teaching methods to better meet everyone’s needs.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entury Schoolbook" pitchFamily="0" charset="0"/>
              <a:ea typeface="宋体" pitchFamily="0" charset="0"/>
              <a:cs typeface="Lucida Sans" pitchFamily="0" charset="0"/>
            </a:endParaRPr>
          </a:p>
          <a:p>
            <a:pPr marL="274320" indent="-27432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Make Education Accessible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: With AI, learning can be scaled to reach more students, ensuring that quality education is available to a wider range of people, regardless of location or resources.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entury Schoolbook" pitchFamily="0" charset="0"/>
              <a:ea typeface="宋体" pitchFamily="0" charset="0"/>
              <a:cs typeface="Lucida Sans" pitchFamily="0" charset="0"/>
            </a:endParaRPr>
          </a:p>
          <a:p>
            <a:pPr marL="274320" indent="-27432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Support All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Learners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:AI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 can make students more discipline while learning ,ensuring that everyone has the opportunity to succeed in a supportive and inclusive environment.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entury Schoolbook" pitchFamily="0" charset="0"/>
              <a:ea typeface="宋体" pitchFamily="0" charset="0"/>
              <a:cs typeface="Lucida Sans" pitchFamily="0" charset="0"/>
            </a:endParaRPr>
          </a:p>
          <a:p>
            <a:pPr marL="274320" indent="-27432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endParaRPr lang="zh-CN" altLang="en-US" sz="2100" b="0" i="0" u="none" strike="noStrike" kern="1200" cap="none" spc="0" baseline="0">
              <a:solidFill>
                <a:schemeClr val="tx1"/>
              </a:solidFill>
              <a:latin typeface="Century Schoolbook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911859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文本框"/>
          <p:cNvSpPr>
            <a:spLocks noGrp="1"/>
          </p:cNvSpPr>
          <p:nvPr>
            <p:ph type="title"/>
          </p:nvPr>
        </p:nvSpPr>
        <p:spPr>
          <a:xfrm rot="0">
            <a:off x="1043608" y="188639"/>
            <a:ext cx="7704856" cy="7920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3000" b="0" i="0" u="none" strike="noStrike" kern="1200" cap="small" spc="0" baseline="0">
              <a:solidFill>
                <a:schemeClr val="tx1"/>
              </a:solidFill>
              <a:latin typeface="Times New Roman" pitchFamily="18" charset="0"/>
              <a:ea typeface="华文楷体" pitchFamily="0" charset="0"/>
              <a:cs typeface="Times New Roman" pitchFamily="18" charset="0"/>
            </a:endParaRPr>
          </a:p>
        </p:txBody>
      </p:sp>
      <p:sp>
        <p:nvSpPr>
          <p:cNvPr id="5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7467600" cy="48737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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COMPONENTS :</a:t>
            </a:r>
            <a:endParaRPr lang="en-US" altLang="zh-CN" sz="2400" b="1" i="0" u="none" strike="noStrike" kern="1200" cap="none" spc="0" baseline="0">
              <a:solidFill>
                <a:schemeClr val="tx1"/>
              </a:solidFill>
              <a:latin typeface="Century Schoolbook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altLang="zh-CN" sz="2400" b="1" i="0" u="none" strike="noStrike" kern="1200" cap="none" spc="0" baseline="0">
              <a:solidFill>
                <a:schemeClr val="tx1"/>
              </a:solidFill>
              <a:latin typeface="Century Schoolbook" pitchFamily="0" charset="0"/>
              <a:ea typeface="宋体" pitchFamily="0" charset="0"/>
              <a:cs typeface="Lucida Sans" pitchFamily="0" charset="0"/>
            </a:endParaRPr>
          </a:p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Raspberry Pi Pico 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entury Schoolbook" pitchFamily="0" charset="0"/>
              <a:ea typeface="宋体" pitchFamily="0" charset="0"/>
              <a:cs typeface="Lucida Sans" pitchFamily="0" charset="0"/>
            </a:endParaRPr>
          </a:p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5VDC Relay Module 4 Channel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entury Schoolbook" pitchFamily="0" charset="0"/>
              <a:ea typeface="宋体" pitchFamily="0" charset="0"/>
              <a:cs typeface="Lucida Sans" pitchFamily="0" charset="0"/>
            </a:endParaRPr>
          </a:p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DHT11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entury Schoolbook" pitchFamily="0" charset="0"/>
              <a:ea typeface="宋体" pitchFamily="0" charset="0"/>
              <a:cs typeface="Lucida Sans" pitchFamily="0" charset="0"/>
            </a:endParaRPr>
          </a:p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USB Camera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entury Schoolbook" pitchFamily="0" charset="0"/>
              <a:ea typeface="宋体" pitchFamily="0" charset="0"/>
              <a:cs typeface="Lucida Sans" pitchFamily="0" charset="0"/>
            </a:endParaRPr>
          </a:p>
        </p:txBody>
      </p:sp>
      <p:pic>
        <p:nvPicPr>
          <p:cNvPr id="54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4716016" y="1160272"/>
            <a:ext cx="3823745" cy="52578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860490986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7467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0" i="0" u="none" strike="noStrike" kern="1200" cap="small" spc="0" baseline="0">
                <a:solidFill>
                  <a:schemeClr val="tx2"/>
                </a:solidFill>
                <a:latin typeface="Century Schoolbook" pitchFamily="0" charset="0"/>
                <a:ea typeface="华文楷体" pitchFamily="0" charset="0"/>
                <a:cs typeface="Lucida Sans" pitchFamily="0" charset="0"/>
              </a:rPr>
              <a:t>              LITERATURE SURVEY</a:t>
            </a:r>
            <a:endParaRPr lang="zh-CN" altLang="en-US" sz="3000" b="0" i="0" u="none" strike="noStrike" kern="1200" cap="small" spc="0" baseline="0">
              <a:solidFill>
                <a:schemeClr val="tx2"/>
              </a:solidFill>
              <a:latin typeface="Century Schoolbook" pitchFamily="0" charset="0"/>
              <a:ea typeface="华文楷体" pitchFamily="0" charset="0"/>
              <a:cs typeface="Lucida Sans" pitchFamily="0" charset="0"/>
            </a:endParaRPr>
          </a:p>
        </p:txBody>
      </p:sp>
      <p:graphicFrame>
        <p:nvGraphicFramePr>
          <p:cNvPr id="58" name="Table"/>
          <p:cNvGraphicFramePr>
            <a:graphicFrameLocks noGrp="1"/>
          </p:cNvGraphicFramePr>
          <p:nvPr>
            <p:ph type="body" idx="1"/>
            <p:extLst>
              <p:ext uri="{D42A27DB-BD31-4B8C-83A1-F6EECF244321}"/>
            </p:extLst>
          </p:nvPr>
        </p:nvGraphicFramePr>
        <p:xfrm>
          <a:off x="179512" y="1484784"/>
          <a:ext cx="8568954" cy="4896541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576044"/>
                <a:gridCol w="1224105"/>
                <a:gridCol w="1944203"/>
                <a:gridCol w="1656162"/>
                <a:gridCol w="1740171"/>
                <a:gridCol w="1428137"/>
              </a:tblGrid>
              <a:tr h="940354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Ref.</a:t>
                      </a:r>
                      <a:endParaRPr lang="en-US" altLang="zh-CN" sz="1800" b="1" i="0" u="none" strike="noStrike" kern="1200" cap="none" spc="0" baseline="0">
                        <a:solidFill>
                          <a:srgbClr val="FFFFFF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no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E86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Authors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E86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Title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E86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Journal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E86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Observation/remarks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E86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Applications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E8637"/>
                    </a:solidFill>
                  </a:tcPr>
                </a:tc>
              </a:tr>
              <a:tr h="1491430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1.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000000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S. S. Rao et al.</a:t>
                      </a:r>
                      <a:endParaRPr lang="zh-CN" altLang="en-US" sz="11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000000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"Automated Attendance System using IoT Sensors and AI”</a:t>
                      </a:r>
                      <a:endParaRPr lang="en-US" altLang="zh-CN" sz="11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1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1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1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1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000000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International Journal of Advanced Research in Computer Science </a:t>
                      </a:r>
                      <a:endParaRPr lang="en-US" altLang="zh-CN" sz="11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1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1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1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1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000000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 Proposed a novel attendance system using IoT sensors and AI, achieving 95% accuracy.</a:t>
                      </a:r>
                      <a:endParaRPr lang="en-US" altLang="zh-CN" sz="11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1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1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000000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 </a:t>
                      </a:r>
                      <a:endParaRPr lang="zh-CN" altLang="en-US" sz="11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000000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Education, Attendance </a:t>
                      </a:r>
                      <a:r>
                        <a:rPr lang="en-US" altLang="zh-CN" sz="1100" b="0" i="0" u="none" strike="noStrike" kern="1200" cap="none" spc="0" baseline="0">
                          <a:solidFill>
                            <a:srgbClr val="000000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Tracking </a:t>
                      </a:r>
                      <a:endParaRPr lang="en-US" altLang="zh-CN" sz="11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1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1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1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1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CD"/>
                    </a:solidFill>
                  </a:tcPr>
                </a:tc>
              </a:tr>
              <a:tr h="1650918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2.</a:t>
                      </a: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 </a:t>
                      </a:r>
                      <a:endParaRPr lang="zh-CN" altLang="en-US" sz="11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AutoNum type="alphaUcPeriod"/>
                      </a:pPr>
                      <a:r>
                        <a:rPr lang="en-US" altLang="zh-CN" sz="1000" b="0" i="0" u="none" strike="noStrike" kern="1200" cap="none" spc="0" baseline="0">
                          <a:solidFill>
                            <a:srgbClr val="000000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K. Singh et al.</a:t>
                      </a:r>
                      <a:endParaRPr lang="en-US" altLang="zh-CN" sz="10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  <a:p>
                      <a:pPr marL="228600" indent="-22860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AutoNum type="alphaUcPeriod"/>
                      </a:pPr>
                      <a:endParaRPr lang="en-US" altLang="zh-CN" sz="10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  <a:p>
                      <a:pPr marL="228600" indent="-22860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AutoNum type="alphaUcPeriod"/>
                      </a:pPr>
                      <a:endParaRPr lang="en-US" altLang="zh-CN" sz="10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0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i="0" u="none" strike="noStrike" kern="1200" cap="none" spc="0" baseline="0">
                          <a:solidFill>
                            <a:srgbClr val="000000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 "Personalized Learning Platform using Machine Learning and IoT“</a:t>
                      </a:r>
                      <a:endParaRPr lang="en-US" altLang="zh-CN" sz="10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i="0" u="none" strike="noStrike" kern="1200" cap="none" spc="0" baseline="0">
                          <a:solidFill>
                            <a:srgbClr val="000000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International Journal of Intelligent Systems and Applications</a:t>
                      </a:r>
                      <a:endParaRPr lang="en-US" altLang="zh-CN" sz="10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0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i="0" u="none" strike="noStrike" kern="1200" cap="none" spc="0" baseline="0">
                          <a:solidFill>
                            <a:srgbClr val="000000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Developed a personalized learning platform using machine learning and IoT, resulting in improved student engagement.</a:t>
                      </a:r>
                      <a:endParaRPr lang="en-US" altLang="zh-CN" sz="10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0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i="0" u="none" strike="noStrike" kern="1200" cap="none" spc="0" baseline="0">
                          <a:solidFill>
                            <a:srgbClr val="000000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 </a:t>
                      </a:r>
                      <a:endParaRPr lang="zh-CN" altLang="en-US" sz="10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i="0" u="none" strike="noStrike" kern="1200" cap="none" spc="0" baseline="0">
                          <a:solidFill>
                            <a:srgbClr val="000000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Education, Personalized Learning |</a:t>
                      </a:r>
                      <a:endParaRPr lang="zh-CN" altLang="en-US" sz="10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EDE7"/>
                    </a:solidFill>
                  </a:tcPr>
                </a:tc>
              </a:tr>
              <a:tr h="902639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3.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i="0" u="none" strike="noStrike" kern="1200" cap="none" spc="0" baseline="0">
                          <a:solidFill>
                            <a:srgbClr val="000000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 R. K. Sharma et al.</a:t>
                      </a:r>
                      <a:endParaRPr lang="zh-CN" altLang="en-US" sz="10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i="0" u="none" strike="noStrike" kern="1200" cap="none" spc="0" baseline="0">
                          <a:solidFill>
                            <a:srgbClr val="000000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"Real-time Feedback System using AI-powered Chatbots and IoT" </a:t>
                      </a:r>
                      <a:endParaRPr lang="zh-CN" altLang="en-US" sz="10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i="0" u="none" strike="noStrike" kern="1200" cap="none" spc="0" baseline="0">
                          <a:solidFill>
                            <a:srgbClr val="000000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International Journal of Advanced Research in Computer Science</a:t>
                      </a:r>
                      <a:endParaRPr lang="zh-CN" altLang="en-US" sz="10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i="0" u="none" strike="noStrike" kern="1200" cap="none" spc="0" baseline="0">
                          <a:solidFill>
                            <a:srgbClr val="000000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 Designed a real-time feedback system using AI-powered chatbots and IoT, enhancing student-teacher interaction. </a:t>
                      </a:r>
                      <a:endParaRPr lang="zh-CN" altLang="en-US" sz="10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i="0" u="none" strike="noStrike" kern="1200" cap="none" spc="0" baseline="0">
                          <a:solidFill>
                            <a:srgbClr val="000000"/>
                          </a:solidFill>
                          <a:latin typeface="Century Schoolbook" pitchFamily="0" charset="0"/>
                          <a:ea typeface="宋体" pitchFamily="0" charset="0"/>
                          <a:cs typeface="Century Schoolbook" pitchFamily="0" charset="0"/>
                        </a:rPr>
                        <a:t>Education, Feedback Systems</a:t>
                      </a:r>
                      <a:endParaRPr lang="zh-CN" altLang="en-US" sz="1000" b="0" i="0" u="none" strike="noStrike" kern="1200" cap="none" spc="0" baseline="0">
                        <a:solidFill>
                          <a:srgbClr val="000000"/>
                        </a:solidFill>
                        <a:latin typeface="Century Schoolbook" pitchFamily="0" charset="0"/>
                        <a:ea typeface="宋体" pitchFamily="0" charset="0"/>
                        <a:cs typeface="Century Schoolbook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C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2488546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"/>
          <p:cNvSpPr>
            <a:spLocks noGrp="1"/>
          </p:cNvSpPr>
          <p:nvPr>
            <p:ph type="title"/>
          </p:nvPr>
        </p:nvSpPr>
        <p:spPr>
          <a:xfrm rot="0">
            <a:off x="609599" y="116632"/>
            <a:ext cx="8282881" cy="7920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0" i="0" u="none" strike="noStrike" kern="1200" cap="small" spc="0" baseline="0">
                <a:solidFill>
                  <a:schemeClr val="tx1"/>
                </a:solidFill>
                <a:latin typeface="Times New Roman" pitchFamily="18" charset="0"/>
                <a:ea typeface="华文楷体" pitchFamily="0" charset="0"/>
                <a:cs typeface="Times New Roman" pitchFamily="18" charset="0"/>
              </a:rPr>
              <a:t>References</a:t>
            </a:r>
            <a:endParaRPr lang="zh-CN" altLang="en-US" sz="3000" b="0" i="0" u="none" strike="noStrike" kern="1200" cap="small" spc="0" baseline="0">
              <a:solidFill>
                <a:schemeClr val="tx1"/>
              </a:solidFill>
              <a:latin typeface="Times New Roman" pitchFamily="18" charset="0"/>
              <a:ea typeface="华文楷体" pitchFamily="0" charset="0"/>
              <a:cs typeface="Times New Roman" pitchFamily="18" charset="0"/>
            </a:endParaRPr>
          </a:p>
        </p:txBody>
      </p:sp>
      <p:sp>
        <p:nvSpPr>
          <p:cNvPr id="62" name="文本框"/>
          <p:cNvSpPr>
            <a:spLocks noGrp="1"/>
          </p:cNvSpPr>
          <p:nvPr>
            <p:ph type="body" idx="1"/>
          </p:nvPr>
        </p:nvSpPr>
        <p:spPr>
          <a:xfrm rot="0">
            <a:off x="323528" y="1268758"/>
            <a:ext cx="8282881" cy="5400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K.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Atukorala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, D.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Wijekoon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, M.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Tharugasini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, I. Perera, and C. Silva, “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SmartEye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 - Integrated solution to automation, security and monitoring through mobile phones,” NGMAST 2009 - 3rd Int. Conf. Next Gener. Mob. Appl. Serv. Technol., no. May 2016, pp. 64–69, 2009. 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entury Schoolbook" pitchFamily="0" charset="0"/>
              <a:ea typeface="宋体" pitchFamily="0" charset="0"/>
              <a:cs typeface="Lucida Sans" pitchFamily="0" charset="0"/>
            </a:endParaRPr>
          </a:p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 P. S. Nagendra Reddy, K. T. Kumar Reddy, P. A. Kumar Reddy, G. N.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KodandaRamaiah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, and S. N. Kishor, “An IoT based automation using android application,” 2016 Int. Conf. Signal Process. Commun. Power Embed. Syst., pp. 285–290, 2016. 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entury Schoolbook" pitchFamily="0" charset="0"/>
              <a:ea typeface="宋体" pitchFamily="0" charset="0"/>
              <a:cs typeface="Lucida Sans" pitchFamily="0" charset="0"/>
            </a:endParaRPr>
          </a:p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K.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Puthea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, R. Hartanto, and R.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Hidayat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, “A Review on Attendance Marking System based on Face Recognition,” 2017 2nd Int. Conf. on Information Technology, Information .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Syst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 and Elect Eng., pp. 303–308, 2017. 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entury Schoolbook" pitchFamily="0" charset="0"/>
              <a:ea typeface="宋体" pitchFamily="0" charset="0"/>
              <a:cs typeface="Lucida Sans" pitchFamily="0" charset="0"/>
            </a:endParaRPr>
          </a:p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G.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Sfikas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, “Creating a Smart Room using an IoT approach,” ResearchGate, no. May, 2016. 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entury Schoolbook" pitchFamily="0" charset="0"/>
              <a:ea typeface="宋体" pitchFamily="0" charset="0"/>
              <a:cs typeface="Lucida Sans" pitchFamily="0" charset="0"/>
            </a:endParaRPr>
          </a:p>
          <a:p>
            <a:pPr marL="274320" indent="-2743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0" charset="0"/>
              <a:buChar char="Ø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J.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Lohokare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, R. Dani, A.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Rajurkar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 and A. Apte, "An IoT ecosystem for the implementation of scalable wireless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a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entury Schoolbook" pitchFamily="0" charset="0"/>
                <a:ea typeface="宋体" pitchFamily="0" charset="0"/>
                <a:cs typeface="Lucida Sans" pitchFamily="0" charset="0"/>
              </a:rPr>
              <a:t>utomation systems at smart city level," TENCON 2017 - 2017 IEEE Region10 Conference, Penang, 2017, pp. 1503-1508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entury Schoolbook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131754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图片" descr="Business Thank-You Letter Examples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043608" y="980728"/>
            <a:ext cx="6552728" cy="4571403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426679973"/>
      </p:ext>
    </p:extLst>
  </p:cSld>
  <p:clrMapOvr>
    <a:masterClrMapping/>
  </p:clrMapOvr>
</p:sld>
</file>

<file path=ppt/theme/theme1.xml><?xml version="1.0" encoding="utf-8"?>
<a:theme xmlns:a="http://schemas.openxmlformats.org/drawingml/2006/main" name="Oriel">
  <a:themeElements>
    <a:clrScheme name="Oriel">
      <a:dk1>
        <a:srgbClr val="000000"/>
      </a:dk1>
      <a:lt1>
        <a:srgbClr val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riel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691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Slide 1</dc:title>
  <dc:creator>ADMIN</dc:creator>
  <cp:lastModifiedBy>root</cp:lastModifiedBy>
  <cp:revision>63</cp:revision>
  <dcterms:created xsi:type="dcterms:W3CDTF">2022-04-04T18:40:00Z</dcterms:created>
  <dcterms:modified xsi:type="dcterms:W3CDTF">2024-12-23T05:59:09Z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ICV">
    <vt:lpwstr>7E13C1A3565946C89CFE4E173FC74C0D</vt:lpwstr>
  </property>
  <property fmtid="{D5CDD505-2E9C-101B-9397-08002B2CF9AE}" pid="3" name="KSOProductBuildVer">
    <vt:lpwstr>1033-11.2.0.11440</vt:lpwstr>
  </property>
</Properties>
</file>